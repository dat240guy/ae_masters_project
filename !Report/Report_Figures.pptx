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3" r:id="rId5"/>
    <p:sldId id="260" r:id="rId6"/>
    <p:sldId id="261" r:id="rId7"/>
    <p:sldId id="262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D578859-4959-4674-92F3-4AB2A6733892}">
          <p14:sldIdLst>
            <p14:sldId id="256"/>
          </p14:sldIdLst>
        </p14:section>
        <p14:section name="Untitled Section" id="{7978905E-32E9-4F54-A62B-F52B3A325B52}">
          <p14:sldIdLst>
            <p14:sldId id="257"/>
            <p14:sldId id="258"/>
            <p14:sldId id="263"/>
          </p14:sldIdLst>
        </p14:section>
        <p14:section name="Untitled Section" id="{EC0180D3-008C-4847-9FF6-0EC2D2E4D2CD}">
          <p14:sldIdLst>
            <p14:sldId id="260"/>
            <p14:sldId id="261"/>
            <p14:sldId id="262"/>
            <p14:sldId id="264"/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37B91-B20A-1BB5-CF22-7877E731AB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5E16D3-70DC-19C6-034A-A631633C5D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074E9D-3FAA-E097-C67C-B48BC6F891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EAAD9-F181-47EB-B47E-CD6AC997518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E63774-7DE5-E9C0-A90A-FEDE92F4D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C73524-C1EC-2378-6DB4-59BC40254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58D0-B4D3-42BA-B018-C9D235891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4924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6BD03-B8D0-FF3F-8A96-4EAC64359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9E031-96EB-A1E0-7DAE-D89ADC784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2B9AC0-4313-BA0C-6766-F6070D48E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EAAD9-F181-47EB-B47E-CD6AC997518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01713F-30B6-1B29-3C87-82DAB40E2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07E3A2-8418-1A8A-D7AE-C5CDE70AF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58D0-B4D3-42BA-B018-C9D235891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6514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632D5-38AC-84C9-0C9B-ECA9EC5D9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DC93C7-0FAE-6388-5E0E-CE02644B58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7D8055-F06D-594B-68B8-2A8AD7E76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EAAD9-F181-47EB-B47E-CD6AC997518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A1DF73-4816-B439-33BE-58230491F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C66C06-5276-99CA-140B-15D2D191C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58D0-B4D3-42BA-B018-C9D235891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162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D36C8-C10F-9143-D08C-943426AE6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472DF4-BEFE-0A6A-966A-CB12E7CFAD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438E99-C8C6-39F1-A812-9A24E6D405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864075-C2A0-3D47-B8F0-74821F495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EAAD9-F181-47EB-B47E-CD6AC997518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431AF7-0D48-6603-8717-A93735239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14644F-E37B-B125-C92B-9EBADF979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58D0-B4D3-42BA-B018-C9D235891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4113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90D41-6AA7-D3D3-38E3-B943CF4C6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7DB151-A173-21BC-D8C4-46E17B3270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28C7B4-FBEF-8A05-4B41-162EB268E9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602680-FE32-9E7A-25E0-DCD767F68E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4DEC17-EEE3-EEF5-3777-0AF81E19F4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14BA85-F974-3D4A-A276-F9ED4DBA05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EAAD9-F181-47EB-B47E-CD6AC997518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4DF61B4-C09F-1AE4-7941-94FD02FBE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40181F-88FF-92F3-99F4-FC2B40368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58D0-B4D3-42BA-B018-C9D235891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629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13A7A-F127-1EA3-930E-078AC0A09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0E3387-B131-F918-6EF7-2D9D940FE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EAAD9-F181-47EB-B47E-CD6AC997518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62BBB0-C769-8581-9C09-0CB12E12F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A55A08-1355-1E19-D12B-7C336D1A8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58D0-B4D3-42BA-B018-C9D235891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1570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0D45CE-DEAC-6934-8034-A9FDC1212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EAAD9-F181-47EB-B47E-CD6AC997518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AE2435-EFF0-FFA6-A41C-93054AB2D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B4CF8E-6FED-6A09-134E-C559CD297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58D0-B4D3-42BA-B018-C9D235891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3459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28A31-2B81-ED70-5335-6B640CE7D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A9243-5CAE-D66D-6E69-FC5390BB55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9F432A-C903-F9C2-0E09-21DFD2C767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307D50-C228-E870-F110-4BBD12F11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EAAD9-F181-47EB-B47E-CD6AC997518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2C7EDC-7604-32A2-D712-C46DAE417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5A0193-9E08-3F7B-1D54-7BCB98200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58D0-B4D3-42BA-B018-C9D235891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6941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96A7D-1A79-F948-26B0-E22DA8F45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E23241B-5FEC-8A7C-D5A3-65779A2971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B55658-B1FA-D5B9-23D4-CAB8364E6F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D1D3F0-54EF-8C35-B848-1EE45D63E1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EAAD9-F181-47EB-B47E-CD6AC997518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1385A3-5AA7-5FA7-0E8A-CCDE9C484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526859-B45E-DD5E-69C7-6EA9ED516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58D0-B4D3-42BA-B018-C9D235891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505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F29BD-2654-C03F-972B-A7A82FFEC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09B05B-A68A-3F61-B026-30F2138D8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C3850D-E464-D6A9-3456-00C0F2205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EAAD9-F181-47EB-B47E-CD6AC997518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D6EBFA-769D-5303-B4C7-4F02BFE94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917664-03D4-C73D-B8C2-C1C6F3B8F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58D0-B4D3-42BA-B018-C9D235891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900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74A709-5066-C68A-1D50-C3382ADAEE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F965A9-C60D-C733-B0F2-519B0EC689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39DA29-1326-5AFB-3217-D397B31181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EAAD9-F181-47EB-B47E-CD6AC997518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B471AE-D624-1CCF-4ABF-0BB36AE84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4C43D8-891E-D044-64C3-B3BAC68B0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58D0-B4D3-42BA-B018-C9D235891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8884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C0D64B2-B3D2-0110-4864-A5C87190D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A4AEF2-8DAD-5EF6-3805-F506D097A3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92978C-3B4F-A88D-BD53-E562DE2663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AEAAD9-F181-47EB-B47E-CD6AC997518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CEDAA7-F5C8-D385-8120-8F747769C8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F21C59-926B-0289-64A6-7B2819C67E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1D58D0-B4D3-42BA-B018-C9D235891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1193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0C22CCC0-D282-4A90-B870-9214F2CACCFA}"/>
              </a:ext>
            </a:extLst>
          </p:cNvPr>
          <p:cNvGrpSpPr>
            <a:grpSpLocks noChangeAspect="1"/>
          </p:cNvGrpSpPr>
          <p:nvPr/>
        </p:nvGrpSpPr>
        <p:grpSpPr>
          <a:xfrm>
            <a:off x="1343111" y="2465812"/>
            <a:ext cx="2114465" cy="1830540"/>
            <a:chOff x="1151426" y="4747491"/>
            <a:chExt cx="1359305" cy="1176781"/>
          </a:xfrm>
        </p:grpSpPr>
        <p:pic>
          <p:nvPicPr>
            <p:cNvPr id="11" name="Picture 10" descr="A blue rectangles with white text&#10;&#10;AI-generated content may be incorrect.">
              <a:extLst>
                <a:ext uri="{FF2B5EF4-FFF2-40B4-BE49-F238E27FC236}">
                  <a16:creationId xmlns:a16="http://schemas.microsoft.com/office/drawing/2014/main" id="{15C6B691-E4DC-885B-3625-982360C56E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1054" r="77130"/>
            <a:stretch>
              <a:fillRect/>
            </a:stretch>
          </p:blipFill>
          <p:spPr>
            <a:xfrm>
              <a:off x="1151426" y="4770555"/>
              <a:ext cx="1359305" cy="1153717"/>
            </a:xfrm>
            <a:prstGeom prst="rect">
              <a:avLst/>
            </a:prstGeom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F0E66D5-07D4-DDA3-40DC-40A438971F4A}"/>
                </a:ext>
              </a:extLst>
            </p:cNvPr>
            <p:cNvSpPr/>
            <p:nvPr/>
          </p:nvSpPr>
          <p:spPr>
            <a:xfrm>
              <a:off x="1459345" y="4747491"/>
              <a:ext cx="1051386" cy="90978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89BF388-22A1-0FB0-DB5D-5D4364D1B6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3480" y="589415"/>
            <a:ext cx="8134350" cy="3095625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9D9F3668-51AB-3A08-16AA-0F3A5C02088F}"/>
              </a:ext>
            </a:extLst>
          </p:cNvPr>
          <p:cNvSpPr>
            <a:spLocks noChangeAspect="1"/>
          </p:cNvSpPr>
          <p:nvPr/>
        </p:nvSpPr>
        <p:spPr>
          <a:xfrm>
            <a:off x="1838324" y="3505200"/>
            <a:ext cx="365760" cy="36195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DE7F1AC-38BB-3ADD-CD99-7F9EF76985A6}"/>
              </a:ext>
            </a:extLst>
          </p:cNvPr>
          <p:cNvSpPr>
            <a:spLocks noChangeAspect="1"/>
          </p:cNvSpPr>
          <p:nvPr/>
        </p:nvSpPr>
        <p:spPr>
          <a:xfrm>
            <a:off x="4318288" y="3505200"/>
            <a:ext cx="365760" cy="36195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414BF49-FACB-877F-090F-9776BC641DD1}"/>
              </a:ext>
            </a:extLst>
          </p:cNvPr>
          <p:cNvSpPr>
            <a:spLocks noChangeAspect="1"/>
          </p:cNvSpPr>
          <p:nvPr/>
        </p:nvSpPr>
        <p:spPr>
          <a:xfrm>
            <a:off x="4867852" y="1200727"/>
            <a:ext cx="365760" cy="36195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580EE0F-F77D-EA3C-AC6B-563C90E7A7B8}"/>
              </a:ext>
            </a:extLst>
          </p:cNvPr>
          <p:cNvSpPr>
            <a:spLocks noChangeAspect="1"/>
          </p:cNvSpPr>
          <p:nvPr/>
        </p:nvSpPr>
        <p:spPr>
          <a:xfrm>
            <a:off x="2327851" y="1200727"/>
            <a:ext cx="365760" cy="36195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134105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0E19E6-0459-16A3-14B9-687E01DD01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0724" y="436817"/>
            <a:ext cx="8769668" cy="424533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F24055AF-FFA2-E1C6-39B8-746793D3196F}"/>
              </a:ext>
            </a:extLst>
          </p:cNvPr>
          <p:cNvSpPr/>
          <p:nvPr/>
        </p:nvSpPr>
        <p:spPr>
          <a:xfrm rot="1330182">
            <a:off x="2976576" y="895950"/>
            <a:ext cx="1290164" cy="60100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983D836-231C-5CDA-3E5D-9D0528AD78ED}"/>
              </a:ext>
            </a:extLst>
          </p:cNvPr>
          <p:cNvCxnSpPr/>
          <p:nvPr/>
        </p:nvCxnSpPr>
        <p:spPr>
          <a:xfrm flipH="1">
            <a:off x="2200724" y="1517904"/>
            <a:ext cx="1273996" cy="125387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FF81C3C0-F4C5-68A9-2083-B85E02BA32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45499" y="2035289"/>
            <a:ext cx="3262061" cy="1048389"/>
          </a:xfrm>
          <a:prstGeom prst="rect">
            <a:avLst/>
          </a:prstGeom>
          <a:ln w="1905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4189124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6B10864-35FF-3CE2-D078-8946D1936DB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835" r="20404"/>
          <a:stretch>
            <a:fillRect/>
          </a:stretch>
        </p:blipFill>
        <p:spPr>
          <a:xfrm rot="5400000">
            <a:off x="2983992" y="2109220"/>
            <a:ext cx="3895343" cy="2328672"/>
          </a:xfrm>
          <a:prstGeom prst="rect">
            <a:avLst/>
          </a:prstGeom>
          <a:ln w="19050">
            <a:solidFill>
              <a:srgbClr val="FF0000"/>
            </a:solidFill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FAC1DC6-5F32-E94E-BD52-8C3724A8F5A9}"/>
              </a:ext>
            </a:extLst>
          </p:cNvPr>
          <p:cNvSpPr/>
          <p:nvPr/>
        </p:nvSpPr>
        <p:spPr>
          <a:xfrm>
            <a:off x="5230368" y="2468880"/>
            <a:ext cx="603504" cy="960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17DFA94E-5A69-C4E0-F443-61036F2B8CB1}"/>
              </a:ext>
            </a:extLst>
          </p:cNvPr>
          <p:cNvSpPr/>
          <p:nvPr/>
        </p:nvSpPr>
        <p:spPr>
          <a:xfrm>
            <a:off x="5230368" y="2825454"/>
            <a:ext cx="310896" cy="54906"/>
          </a:xfrm>
          <a:custGeom>
            <a:avLst/>
            <a:gdLst>
              <a:gd name="connsiteX0" fmla="*/ 0 w 310896"/>
              <a:gd name="connsiteY0" fmla="*/ 54906 h 54906"/>
              <a:gd name="connsiteX1" fmla="*/ 82296 w 310896"/>
              <a:gd name="connsiteY1" fmla="*/ 42 h 54906"/>
              <a:gd name="connsiteX2" fmla="*/ 219456 w 310896"/>
              <a:gd name="connsiteY2" fmla="*/ 45762 h 54906"/>
              <a:gd name="connsiteX3" fmla="*/ 310896 w 310896"/>
              <a:gd name="connsiteY3" fmla="*/ 45762 h 54906"/>
              <a:gd name="connsiteX4" fmla="*/ 246888 w 310896"/>
              <a:gd name="connsiteY4" fmla="*/ 45762 h 54906"/>
              <a:gd name="connsiteX5" fmla="*/ 283464 w 310896"/>
              <a:gd name="connsiteY5" fmla="*/ 45762 h 549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10896" h="54906">
                <a:moveTo>
                  <a:pt x="0" y="54906"/>
                </a:moveTo>
                <a:cubicBezTo>
                  <a:pt x="22860" y="28236"/>
                  <a:pt x="45720" y="1566"/>
                  <a:pt x="82296" y="42"/>
                </a:cubicBezTo>
                <a:cubicBezTo>
                  <a:pt x="118872" y="-1482"/>
                  <a:pt x="181356" y="38142"/>
                  <a:pt x="219456" y="45762"/>
                </a:cubicBezTo>
                <a:cubicBezTo>
                  <a:pt x="257556" y="53382"/>
                  <a:pt x="310896" y="45762"/>
                  <a:pt x="310896" y="45762"/>
                </a:cubicBezTo>
                <a:lnTo>
                  <a:pt x="246888" y="45762"/>
                </a:lnTo>
                <a:lnTo>
                  <a:pt x="283464" y="45762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BC9204C-5485-8CA7-0B8D-E7B710220FE7}"/>
              </a:ext>
            </a:extLst>
          </p:cNvPr>
          <p:cNvCxnSpPr/>
          <p:nvPr/>
        </p:nvCxnSpPr>
        <p:spPr>
          <a:xfrm flipV="1">
            <a:off x="5230368" y="1975104"/>
            <a:ext cx="0" cy="49377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9531B67-71C6-669F-8805-B7F7B48FABC1}"/>
              </a:ext>
            </a:extLst>
          </p:cNvPr>
          <p:cNvCxnSpPr/>
          <p:nvPr/>
        </p:nvCxnSpPr>
        <p:spPr>
          <a:xfrm flipV="1">
            <a:off x="5431536" y="1975104"/>
            <a:ext cx="0" cy="49377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2DC8E88-E656-5F36-D638-D19152C393A3}"/>
              </a:ext>
            </a:extLst>
          </p:cNvPr>
          <p:cNvCxnSpPr/>
          <p:nvPr/>
        </p:nvCxnSpPr>
        <p:spPr>
          <a:xfrm flipV="1">
            <a:off x="5632704" y="1975104"/>
            <a:ext cx="0" cy="49377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8F623D9-9EF1-A273-C3C1-3489F9B292F0}"/>
              </a:ext>
            </a:extLst>
          </p:cNvPr>
          <p:cNvCxnSpPr/>
          <p:nvPr/>
        </p:nvCxnSpPr>
        <p:spPr>
          <a:xfrm flipV="1">
            <a:off x="5833872" y="1975104"/>
            <a:ext cx="0" cy="49377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6E6FB31-B4CE-A2A8-48DF-D5A1A7399B7D}"/>
              </a:ext>
            </a:extLst>
          </p:cNvPr>
          <p:cNvCxnSpPr/>
          <p:nvPr/>
        </p:nvCxnSpPr>
        <p:spPr>
          <a:xfrm flipV="1">
            <a:off x="5218176" y="3429000"/>
            <a:ext cx="0" cy="493776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292431A-8E33-EFB6-B257-487CF95BDB22}"/>
              </a:ext>
            </a:extLst>
          </p:cNvPr>
          <p:cNvCxnSpPr/>
          <p:nvPr/>
        </p:nvCxnSpPr>
        <p:spPr>
          <a:xfrm flipV="1">
            <a:off x="5419344" y="3429000"/>
            <a:ext cx="0" cy="493776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2ACB6E6-37AC-6FE4-76B5-7B7801480F90}"/>
              </a:ext>
            </a:extLst>
          </p:cNvPr>
          <p:cNvCxnSpPr/>
          <p:nvPr/>
        </p:nvCxnSpPr>
        <p:spPr>
          <a:xfrm flipV="1">
            <a:off x="5620512" y="3429000"/>
            <a:ext cx="0" cy="493776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4AB1484-4319-9A18-CFAD-CB5FDD76ADE7}"/>
              </a:ext>
            </a:extLst>
          </p:cNvPr>
          <p:cNvCxnSpPr/>
          <p:nvPr/>
        </p:nvCxnSpPr>
        <p:spPr>
          <a:xfrm flipV="1">
            <a:off x="5821680" y="3429000"/>
            <a:ext cx="0" cy="493776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D768C42E-4D77-FB48-87E9-516302C743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45499" y="2035289"/>
            <a:ext cx="3262061" cy="1048389"/>
          </a:xfrm>
          <a:prstGeom prst="rect">
            <a:avLst/>
          </a:prstGeom>
          <a:ln w="1905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12623561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1C091-231F-768F-88A7-A7F8A9A88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133FFB6-3E5C-DF41-2751-C5F90556DD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762" y="1624012"/>
            <a:ext cx="10201275" cy="343852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7FDD1D8-3583-BA39-3120-8250618F5F56}"/>
              </a:ext>
            </a:extLst>
          </p:cNvPr>
          <p:cNvSpPr/>
          <p:nvPr/>
        </p:nvSpPr>
        <p:spPr>
          <a:xfrm>
            <a:off x="6296025" y="1457325"/>
            <a:ext cx="1581150" cy="1600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Under Conservative</a:t>
            </a:r>
          </a:p>
          <a:p>
            <a:pPr algn="ctr"/>
            <a:r>
              <a:rPr lang="en-US" sz="1200" dirty="0"/>
              <a:t>H = 2*(0.75+0.25) = 2</a:t>
            </a:r>
          </a:p>
          <a:p>
            <a:pPr algn="ctr"/>
            <a:r>
              <a:rPr lang="en-US" sz="1200" dirty="0"/>
              <a:t>d = 2*0.75 = 1.5</a:t>
            </a:r>
          </a:p>
          <a:p>
            <a:pPr algn="ctr"/>
            <a:r>
              <a:rPr lang="en-US" sz="1200" dirty="0"/>
              <a:t>R = 0.25</a:t>
            </a:r>
          </a:p>
          <a:p>
            <a:pPr algn="ctr"/>
            <a:r>
              <a:rPr lang="en-US" sz="1200" dirty="0"/>
              <a:t>H/d = 1.33</a:t>
            </a:r>
          </a:p>
          <a:p>
            <a:pPr algn="ctr"/>
            <a:r>
              <a:rPr lang="en-US" sz="1200" dirty="0"/>
              <a:t>r/d = 0.17</a:t>
            </a:r>
          </a:p>
          <a:p>
            <a:pPr algn="ctr"/>
            <a:r>
              <a:rPr lang="en-US" sz="1200" dirty="0"/>
              <a:t>Kt ~ 1.82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F644CAB-D531-FE6E-33FE-F06154C36B27}"/>
              </a:ext>
            </a:extLst>
          </p:cNvPr>
          <p:cNvSpPr/>
          <p:nvPr/>
        </p:nvSpPr>
        <p:spPr>
          <a:xfrm>
            <a:off x="8101107" y="1457325"/>
            <a:ext cx="1471423" cy="1600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Over</a:t>
            </a:r>
          </a:p>
          <a:p>
            <a:pPr algn="ctr"/>
            <a:r>
              <a:rPr lang="en-US" sz="1200" dirty="0"/>
              <a:t>Conservative</a:t>
            </a:r>
          </a:p>
          <a:p>
            <a:pPr algn="ctr"/>
            <a:r>
              <a:rPr lang="en-US" sz="1200" dirty="0"/>
              <a:t>H = 2*2.25 = 4.5</a:t>
            </a:r>
          </a:p>
          <a:p>
            <a:pPr algn="ctr"/>
            <a:r>
              <a:rPr lang="en-US" sz="1200" dirty="0"/>
              <a:t>d = 1.5</a:t>
            </a:r>
          </a:p>
          <a:p>
            <a:pPr algn="ctr"/>
            <a:r>
              <a:rPr lang="en-US" sz="1200" dirty="0"/>
              <a:t>R = 0.25</a:t>
            </a:r>
          </a:p>
          <a:p>
            <a:pPr algn="ctr"/>
            <a:r>
              <a:rPr lang="en-US" sz="1200" dirty="0"/>
              <a:t>H/d = 3</a:t>
            </a:r>
          </a:p>
          <a:p>
            <a:pPr algn="ctr"/>
            <a:r>
              <a:rPr lang="en-US" sz="1200" dirty="0"/>
              <a:t>r/d = 0.17</a:t>
            </a:r>
          </a:p>
          <a:p>
            <a:pPr algn="ctr"/>
            <a:r>
              <a:rPr lang="en-US" sz="1200" dirty="0"/>
              <a:t>Kt ~ 2.6</a:t>
            </a:r>
          </a:p>
        </p:txBody>
      </p:sp>
    </p:spTree>
    <p:extLst>
      <p:ext uri="{BB962C8B-B14F-4D97-AF65-F5344CB8AC3E}">
        <p14:creationId xmlns:p14="http://schemas.microsoft.com/office/powerpoint/2010/main" val="26861354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D8C24CC-EA55-ACEC-EEDB-B4E969FED59F}"/>
              </a:ext>
            </a:extLst>
          </p:cNvPr>
          <p:cNvSpPr>
            <a:spLocks noChangeAspect="1"/>
          </p:cNvSpPr>
          <p:nvPr/>
        </p:nvSpPr>
        <p:spPr>
          <a:xfrm>
            <a:off x="1463040" y="941832"/>
            <a:ext cx="2176272" cy="21214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0ACB39B-D175-4170-2C3D-3D2C9BD2DA19}"/>
              </a:ext>
            </a:extLst>
          </p:cNvPr>
          <p:cNvSpPr>
            <a:spLocks noChangeAspect="1"/>
          </p:cNvSpPr>
          <p:nvPr/>
        </p:nvSpPr>
        <p:spPr>
          <a:xfrm>
            <a:off x="1280160" y="2879806"/>
            <a:ext cx="365760" cy="36576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2BA3A21-2E12-E810-0553-D74618845ABE}"/>
              </a:ext>
            </a:extLst>
          </p:cNvPr>
          <p:cNvSpPr>
            <a:spLocks noChangeAspect="1"/>
          </p:cNvSpPr>
          <p:nvPr/>
        </p:nvSpPr>
        <p:spPr>
          <a:xfrm>
            <a:off x="3456432" y="2879806"/>
            <a:ext cx="365760" cy="36576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BFCCDC5-A86E-B5F2-6C03-8B26ED870C51}"/>
              </a:ext>
            </a:extLst>
          </p:cNvPr>
          <p:cNvSpPr>
            <a:spLocks noChangeAspect="1"/>
          </p:cNvSpPr>
          <p:nvPr/>
        </p:nvSpPr>
        <p:spPr>
          <a:xfrm>
            <a:off x="3456432" y="758952"/>
            <a:ext cx="365760" cy="36576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3E32147-8036-0D02-D1D8-CA15E474A838}"/>
              </a:ext>
            </a:extLst>
          </p:cNvPr>
          <p:cNvSpPr>
            <a:spLocks noChangeAspect="1"/>
          </p:cNvSpPr>
          <p:nvPr/>
        </p:nvSpPr>
        <p:spPr>
          <a:xfrm>
            <a:off x="1280160" y="758952"/>
            <a:ext cx="365760" cy="36576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BEBB53E-EF6E-FB98-5815-42A74FEB21D0}"/>
              </a:ext>
            </a:extLst>
          </p:cNvPr>
          <p:cNvSpPr>
            <a:spLocks noChangeAspect="1"/>
          </p:cNvSpPr>
          <p:nvPr/>
        </p:nvSpPr>
        <p:spPr>
          <a:xfrm>
            <a:off x="2368296" y="2879806"/>
            <a:ext cx="365760" cy="36576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A2A6FA3-72CF-8EFF-2CA6-B49920D37F85}"/>
              </a:ext>
            </a:extLst>
          </p:cNvPr>
          <p:cNvSpPr>
            <a:spLocks noChangeAspect="1"/>
          </p:cNvSpPr>
          <p:nvPr/>
        </p:nvSpPr>
        <p:spPr>
          <a:xfrm>
            <a:off x="3456432" y="1819656"/>
            <a:ext cx="365760" cy="36576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9FFB259-17BC-E232-FB06-92D3593C114F}"/>
              </a:ext>
            </a:extLst>
          </p:cNvPr>
          <p:cNvSpPr>
            <a:spLocks noChangeAspect="1"/>
          </p:cNvSpPr>
          <p:nvPr/>
        </p:nvSpPr>
        <p:spPr>
          <a:xfrm>
            <a:off x="2368296" y="758952"/>
            <a:ext cx="365760" cy="36576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C08D71B-951A-014D-A91C-12B19C5A1743}"/>
              </a:ext>
            </a:extLst>
          </p:cNvPr>
          <p:cNvSpPr>
            <a:spLocks noChangeAspect="1"/>
          </p:cNvSpPr>
          <p:nvPr/>
        </p:nvSpPr>
        <p:spPr>
          <a:xfrm>
            <a:off x="1280160" y="1819656"/>
            <a:ext cx="365760" cy="36576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8E911B1-731E-FC0F-9A0D-97235F3947A1}"/>
              </a:ext>
            </a:extLst>
          </p:cNvPr>
          <p:cNvSpPr>
            <a:spLocks noChangeAspect="1"/>
          </p:cNvSpPr>
          <p:nvPr/>
        </p:nvSpPr>
        <p:spPr>
          <a:xfrm>
            <a:off x="4949768" y="941832"/>
            <a:ext cx="2176272" cy="21214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0821093-2C7D-AA9F-3537-E86A5595E1A3}"/>
              </a:ext>
            </a:extLst>
          </p:cNvPr>
          <p:cNvSpPr>
            <a:spLocks noChangeAspect="1"/>
          </p:cNvSpPr>
          <p:nvPr/>
        </p:nvSpPr>
        <p:spPr>
          <a:xfrm>
            <a:off x="4766888" y="2879806"/>
            <a:ext cx="365760" cy="36576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6119D4B-C93F-D111-9CAC-5757717C4B3D}"/>
              </a:ext>
            </a:extLst>
          </p:cNvPr>
          <p:cNvSpPr>
            <a:spLocks noChangeAspect="1"/>
          </p:cNvSpPr>
          <p:nvPr/>
        </p:nvSpPr>
        <p:spPr>
          <a:xfrm>
            <a:off x="6943160" y="2879806"/>
            <a:ext cx="365760" cy="36576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26B807A-1676-F5FA-4764-0242F3551957}"/>
              </a:ext>
            </a:extLst>
          </p:cNvPr>
          <p:cNvSpPr>
            <a:spLocks noChangeAspect="1"/>
          </p:cNvSpPr>
          <p:nvPr/>
        </p:nvSpPr>
        <p:spPr>
          <a:xfrm>
            <a:off x="6943160" y="758952"/>
            <a:ext cx="365760" cy="36576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D670BCA-0595-A3F0-13FA-1CDA1241B77A}"/>
              </a:ext>
            </a:extLst>
          </p:cNvPr>
          <p:cNvSpPr>
            <a:spLocks noChangeAspect="1"/>
          </p:cNvSpPr>
          <p:nvPr/>
        </p:nvSpPr>
        <p:spPr>
          <a:xfrm>
            <a:off x="4766888" y="758952"/>
            <a:ext cx="365760" cy="36576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75F7397-AD00-724D-1CD8-70FA2C28AE84}"/>
              </a:ext>
            </a:extLst>
          </p:cNvPr>
          <p:cNvSpPr>
            <a:spLocks noChangeAspect="1"/>
          </p:cNvSpPr>
          <p:nvPr/>
        </p:nvSpPr>
        <p:spPr>
          <a:xfrm>
            <a:off x="5855024" y="2879806"/>
            <a:ext cx="365760" cy="36576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8B0ADB3-F5C2-F533-A203-19BDDCA0C819}"/>
              </a:ext>
            </a:extLst>
          </p:cNvPr>
          <p:cNvSpPr>
            <a:spLocks noChangeAspect="1"/>
          </p:cNvSpPr>
          <p:nvPr/>
        </p:nvSpPr>
        <p:spPr>
          <a:xfrm>
            <a:off x="6943160" y="1819656"/>
            <a:ext cx="365760" cy="36576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024DD33-D753-0773-20A1-AE4B9931DA35}"/>
              </a:ext>
            </a:extLst>
          </p:cNvPr>
          <p:cNvSpPr>
            <a:spLocks noChangeAspect="1"/>
          </p:cNvSpPr>
          <p:nvPr/>
        </p:nvSpPr>
        <p:spPr>
          <a:xfrm>
            <a:off x="5855024" y="758952"/>
            <a:ext cx="365760" cy="36576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048BCD8-ABDD-F35B-CA7E-62BC354653B9}"/>
              </a:ext>
            </a:extLst>
          </p:cNvPr>
          <p:cNvSpPr>
            <a:spLocks noChangeAspect="1"/>
          </p:cNvSpPr>
          <p:nvPr/>
        </p:nvSpPr>
        <p:spPr>
          <a:xfrm>
            <a:off x="8253616" y="941832"/>
            <a:ext cx="2176272" cy="21214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B66B8E5-7026-CCA5-89F7-8606AAFEC85B}"/>
              </a:ext>
            </a:extLst>
          </p:cNvPr>
          <p:cNvSpPr>
            <a:spLocks noChangeAspect="1"/>
          </p:cNvSpPr>
          <p:nvPr/>
        </p:nvSpPr>
        <p:spPr>
          <a:xfrm>
            <a:off x="8070736" y="2879806"/>
            <a:ext cx="365760" cy="36576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552FF112-9ABC-417B-661A-47899A6A9BD7}"/>
              </a:ext>
            </a:extLst>
          </p:cNvPr>
          <p:cNvSpPr>
            <a:spLocks noChangeAspect="1"/>
          </p:cNvSpPr>
          <p:nvPr/>
        </p:nvSpPr>
        <p:spPr>
          <a:xfrm>
            <a:off x="10247008" y="2879806"/>
            <a:ext cx="365760" cy="36576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A01FA29A-28BE-A07B-8B2B-FFA53F2038D2}"/>
              </a:ext>
            </a:extLst>
          </p:cNvPr>
          <p:cNvSpPr>
            <a:spLocks noChangeAspect="1"/>
          </p:cNvSpPr>
          <p:nvPr/>
        </p:nvSpPr>
        <p:spPr>
          <a:xfrm>
            <a:off x="10247008" y="758952"/>
            <a:ext cx="365760" cy="36576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EA30F116-61B6-4543-D51A-4A94D7F7B600}"/>
              </a:ext>
            </a:extLst>
          </p:cNvPr>
          <p:cNvSpPr>
            <a:spLocks noChangeAspect="1"/>
          </p:cNvSpPr>
          <p:nvPr/>
        </p:nvSpPr>
        <p:spPr>
          <a:xfrm>
            <a:off x="8070736" y="758952"/>
            <a:ext cx="365760" cy="36576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AA3D8FE-3722-EA4C-A082-138E4625CFB1}"/>
              </a:ext>
            </a:extLst>
          </p:cNvPr>
          <p:cNvSpPr>
            <a:spLocks noChangeAspect="1"/>
          </p:cNvSpPr>
          <p:nvPr/>
        </p:nvSpPr>
        <p:spPr>
          <a:xfrm>
            <a:off x="9158872" y="2879806"/>
            <a:ext cx="365760" cy="36576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2CF4A067-4F85-7EBC-85F9-55BB5C62AEDD}"/>
              </a:ext>
            </a:extLst>
          </p:cNvPr>
          <p:cNvSpPr>
            <a:spLocks noChangeAspect="1"/>
          </p:cNvSpPr>
          <p:nvPr/>
        </p:nvSpPr>
        <p:spPr>
          <a:xfrm>
            <a:off x="10247008" y="1819656"/>
            <a:ext cx="365760" cy="36576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079E7A0-6603-0E2D-765F-BFCE0987BACD}"/>
              </a:ext>
            </a:extLst>
          </p:cNvPr>
          <p:cNvSpPr>
            <a:spLocks noChangeAspect="1"/>
          </p:cNvSpPr>
          <p:nvPr/>
        </p:nvSpPr>
        <p:spPr>
          <a:xfrm>
            <a:off x="1463040" y="3977640"/>
            <a:ext cx="2176272" cy="21214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1BD329C8-9688-A637-C684-EECDC1E4CA6F}"/>
              </a:ext>
            </a:extLst>
          </p:cNvPr>
          <p:cNvSpPr>
            <a:spLocks noChangeAspect="1"/>
          </p:cNvSpPr>
          <p:nvPr/>
        </p:nvSpPr>
        <p:spPr>
          <a:xfrm>
            <a:off x="1280160" y="5915614"/>
            <a:ext cx="365760" cy="36576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1B367665-D47C-A1EE-7D3E-AC64396A6368}"/>
              </a:ext>
            </a:extLst>
          </p:cNvPr>
          <p:cNvSpPr>
            <a:spLocks noChangeAspect="1"/>
          </p:cNvSpPr>
          <p:nvPr/>
        </p:nvSpPr>
        <p:spPr>
          <a:xfrm>
            <a:off x="3456432" y="5915614"/>
            <a:ext cx="365760" cy="36576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CE949BB7-A96B-8915-9BE6-6DE60BEF6449}"/>
              </a:ext>
            </a:extLst>
          </p:cNvPr>
          <p:cNvSpPr>
            <a:spLocks noChangeAspect="1"/>
          </p:cNvSpPr>
          <p:nvPr/>
        </p:nvSpPr>
        <p:spPr>
          <a:xfrm>
            <a:off x="3456432" y="3794760"/>
            <a:ext cx="365760" cy="36576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0114B1B1-52B9-D7E5-F3FE-A84B99BF9B72}"/>
              </a:ext>
            </a:extLst>
          </p:cNvPr>
          <p:cNvSpPr>
            <a:spLocks noChangeAspect="1"/>
          </p:cNvSpPr>
          <p:nvPr/>
        </p:nvSpPr>
        <p:spPr>
          <a:xfrm>
            <a:off x="1280160" y="3794760"/>
            <a:ext cx="365760" cy="36576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9AF2378-10AE-DF88-EE4A-12F632A20B67}"/>
              </a:ext>
            </a:extLst>
          </p:cNvPr>
          <p:cNvGrpSpPr/>
          <p:nvPr/>
        </p:nvGrpSpPr>
        <p:grpSpPr>
          <a:xfrm>
            <a:off x="2328856" y="1133717"/>
            <a:ext cx="969264" cy="920035"/>
            <a:chOff x="2340863" y="4100021"/>
            <a:chExt cx="969264" cy="920035"/>
          </a:xfrm>
        </p:grpSpPr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FA373E75-1503-BAE7-E175-28F00E3ECA73}"/>
                </a:ext>
              </a:extLst>
            </p:cNvPr>
            <p:cNvCxnSpPr>
              <a:cxnSpLocks/>
            </p:cNvCxnSpPr>
            <p:nvPr/>
          </p:nvCxnSpPr>
          <p:spPr>
            <a:xfrm>
              <a:off x="2606038" y="5010912"/>
              <a:ext cx="640080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E625543A-2333-42EC-E473-CA67BA2F355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06040" y="4379976"/>
              <a:ext cx="0" cy="64008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5288CAE4-5C32-1271-F692-C7079A323E4E}"/>
                    </a:ext>
                  </a:extLst>
                </p:cNvPr>
                <p:cNvSpPr txBox="1"/>
                <p:nvPr/>
              </p:nvSpPr>
              <p:spPr>
                <a:xfrm>
                  <a:off x="3026664" y="4590288"/>
                  <a:ext cx="28346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𝜉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5288CAE4-5C32-1271-F692-C7079A323E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6664" y="4590288"/>
                  <a:ext cx="283463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6522" r="-10870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4BA97977-61B0-E486-9198-754B8B010FA8}"/>
                    </a:ext>
                  </a:extLst>
                </p:cNvPr>
                <p:cNvSpPr txBox="1"/>
                <p:nvPr/>
              </p:nvSpPr>
              <p:spPr>
                <a:xfrm>
                  <a:off x="2340863" y="4100021"/>
                  <a:ext cx="28346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𝜂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4BA97977-61B0-E486-9198-754B8B010F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0863" y="4100021"/>
                  <a:ext cx="28346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4255" b="-491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7DEB3E6-20D0-599C-6C3B-EBAF3F5DB914}"/>
              </a:ext>
            </a:extLst>
          </p:cNvPr>
          <p:cNvGrpSpPr/>
          <p:nvPr/>
        </p:nvGrpSpPr>
        <p:grpSpPr>
          <a:xfrm>
            <a:off x="5803300" y="1163966"/>
            <a:ext cx="969264" cy="920035"/>
            <a:chOff x="2340863" y="4100021"/>
            <a:chExt cx="969264" cy="920035"/>
          </a:xfrm>
        </p:grpSpPr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5B9C745A-111E-2326-D4C6-EE86751328D8}"/>
                </a:ext>
              </a:extLst>
            </p:cNvPr>
            <p:cNvCxnSpPr>
              <a:cxnSpLocks/>
            </p:cNvCxnSpPr>
            <p:nvPr/>
          </p:nvCxnSpPr>
          <p:spPr>
            <a:xfrm>
              <a:off x="2606038" y="5010912"/>
              <a:ext cx="640080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BADB4D80-572F-36A5-F74A-172CBC0719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06040" y="4379976"/>
              <a:ext cx="0" cy="64008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E61BD464-DBF2-E1B7-2DB7-F4AC9897F60F}"/>
                    </a:ext>
                  </a:extLst>
                </p:cNvPr>
                <p:cNvSpPr txBox="1"/>
                <p:nvPr/>
              </p:nvSpPr>
              <p:spPr>
                <a:xfrm>
                  <a:off x="3026664" y="4590288"/>
                  <a:ext cx="28346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𝜉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E61BD464-DBF2-E1B7-2DB7-F4AC9897F6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6664" y="4590288"/>
                  <a:ext cx="283463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6383" r="-8511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F0E8CCBE-FF8B-6420-7CDC-8697FD2AF7D4}"/>
                    </a:ext>
                  </a:extLst>
                </p:cNvPr>
                <p:cNvSpPr txBox="1"/>
                <p:nvPr/>
              </p:nvSpPr>
              <p:spPr>
                <a:xfrm>
                  <a:off x="2340863" y="4100021"/>
                  <a:ext cx="28346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𝜂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F0E8CCBE-FF8B-6420-7CDC-8697FD2AF7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0863" y="4100021"/>
                  <a:ext cx="283463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6522" b="-491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B311F27-C10E-A586-643D-A1E77DEB0FF6}"/>
              </a:ext>
            </a:extLst>
          </p:cNvPr>
          <p:cNvGrpSpPr/>
          <p:nvPr/>
        </p:nvGrpSpPr>
        <p:grpSpPr>
          <a:xfrm>
            <a:off x="9158872" y="1073280"/>
            <a:ext cx="969264" cy="920035"/>
            <a:chOff x="2340863" y="4100021"/>
            <a:chExt cx="969264" cy="920035"/>
          </a:xfrm>
        </p:grpSpPr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3183B6D5-3181-E8FC-8005-1C01EA009482}"/>
                </a:ext>
              </a:extLst>
            </p:cNvPr>
            <p:cNvCxnSpPr>
              <a:cxnSpLocks/>
            </p:cNvCxnSpPr>
            <p:nvPr/>
          </p:nvCxnSpPr>
          <p:spPr>
            <a:xfrm>
              <a:off x="2606038" y="5010912"/>
              <a:ext cx="640080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F88B15B3-E297-2938-6503-89E8DED4BD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06040" y="4379976"/>
              <a:ext cx="0" cy="64008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6EB532BB-742D-2055-C486-BB6D6C5EDC6C}"/>
                    </a:ext>
                  </a:extLst>
                </p:cNvPr>
                <p:cNvSpPr txBox="1"/>
                <p:nvPr/>
              </p:nvSpPr>
              <p:spPr>
                <a:xfrm>
                  <a:off x="3026664" y="4590288"/>
                  <a:ext cx="28346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𝜉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6EB532BB-742D-2055-C486-BB6D6C5EDC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6664" y="4590288"/>
                  <a:ext cx="283463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6522" r="-10870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F53B274C-268D-3826-0C46-FF4990146450}"/>
                    </a:ext>
                  </a:extLst>
                </p:cNvPr>
                <p:cNvSpPr txBox="1"/>
                <p:nvPr/>
              </p:nvSpPr>
              <p:spPr>
                <a:xfrm>
                  <a:off x="2340863" y="4100021"/>
                  <a:ext cx="28346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𝜂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F53B274C-268D-3826-0C46-FF49901464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0863" y="4100021"/>
                  <a:ext cx="283463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4255"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9" name="Isosceles Triangle 68">
            <a:extLst>
              <a:ext uri="{FF2B5EF4-FFF2-40B4-BE49-F238E27FC236}">
                <a16:creationId xmlns:a16="http://schemas.microsoft.com/office/drawing/2014/main" id="{952F2291-A633-BE9E-1B90-FF86317FD5E0}"/>
              </a:ext>
            </a:extLst>
          </p:cNvPr>
          <p:cNvSpPr/>
          <p:nvPr/>
        </p:nvSpPr>
        <p:spPr>
          <a:xfrm>
            <a:off x="4715164" y="3959352"/>
            <a:ext cx="2176272" cy="2121408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DA5683CD-C7F0-C0F9-11B5-DBFE185195F2}"/>
              </a:ext>
            </a:extLst>
          </p:cNvPr>
          <p:cNvSpPr>
            <a:spLocks noChangeAspect="1"/>
          </p:cNvSpPr>
          <p:nvPr/>
        </p:nvSpPr>
        <p:spPr>
          <a:xfrm>
            <a:off x="6685696" y="5897326"/>
            <a:ext cx="365760" cy="36576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36FF0570-7EE5-0433-FCA5-8E41B5832FC0}"/>
              </a:ext>
            </a:extLst>
          </p:cNvPr>
          <p:cNvSpPr>
            <a:spLocks noChangeAspect="1"/>
          </p:cNvSpPr>
          <p:nvPr/>
        </p:nvSpPr>
        <p:spPr>
          <a:xfrm>
            <a:off x="5620420" y="3849901"/>
            <a:ext cx="365760" cy="36576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AF0B0563-0D09-363F-CFF5-6F4E0632C6CB}"/>
              </a:ext>
            </a:extLst>
          </p:cNvPr>
          <p:cNvGrpSpPr/>
          <p:nvPr/>
        </p:nvGrpSpPr>
        <p:grpSpPr>
          <a:xfrm>
            <a:off x="2493263" y="4252421"/>
            <a:ext cx="969264" cy="920035"/>
            <a:chOff x="2340863" y="4100021"/>
            <a:chExt cx="969264" cy="920035"/>
          </a:xfrm>
        </p:grpSpPr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B9E8C1E3-E75D-5A97-85BD-93A761B5BBEB}"/>
                </a:ext>
              </a:extLst>
            </p:cNvPr>
            <p:cNvCxnSpPr>
              <a:cxnSpLocks/>
            </p:cNvCxnSpPr>
            <p:nvPr/>
          </p:nvCxnSpPr>
          <p:spPr>
            <a:xfrm>
              <a:off x="2606038" y="5010912"/>
              <a:ext cx="640080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248F6A5C-AD1B-941E-26D5-0D2A3A0ECA3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06040" y="4379976"/>
              <a:ext cx="0" cy="64008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580FBA4C-6402-790A-2050-31D5A7539263}"/>
                    </a:ext>
                  </a:extLst>
                </p:cNvPr>
                <p:cNvSpPr txBox="1"/>
                <p:nvPr/>
              </p:nvSpPr>
              <p:spPr>
                <a:xfrm>
                  <a:off x="3026664" y="4590288"/>
                  <a:ext cx="28346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𝜉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580FBA4C-6402-790A-2050-31D5A75392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6664" y="4590288"/>
                  <a:ext cx="283463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6522" r="-8696" b="-1147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55D5FDA0-B949-3F93-4970-902D9675A747}"/>
                    </a:ext>
                  </a:extLst>
                </p:cNvPr>
                <p:cNvSpPr txBox="1"/>
                <p:nvPr/>
              </p:nvSpPr>
              <p:spPr>
                <a:xfrm>
                  <a:off x="2340863" y="4100021"/>
                  <a:ext cx="28346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𝜂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55D5FDA0-B949-3F93-4970-902D9675A7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0863" y="4100021"/>
                  <a:ext cx="283463" cy="369332"/>
                </a:xfrm>
                <a:prstGeom prst="rect">
                  <a:avLst/>
                </a:prstGeom>
                <a:blipFill>
                  <a:blip r:embed="rId9"/>
                  <a:stretch>
                    <a:fillRect r="-6522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5B7793AD-58B8-F585-C0B8-9CC7F176A4C3}"/>
              </a:ext>
            </a:extLst>
          </p:cNvPr>
          <p:cNvGrpSpPr/>
          <p:nvPr/>
        </p:nvGrpSpPr>
        <p:grpSpPr>
          <a:xfrm>
            <a:off x="4494369" y="5163312"/>
            <a:ext cx="969264" cy="920035"/>
            <a:chOff x="2340863" y="4100021"/>
            <a:chExt cx="969264" cy="920035"/>
          </a:xfrm>
        </p:grpSpPr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0E81C214-A73F-F930-90D2-C971652CCA1D}"/>
                </a:ext>
              </a:extLst>
            </p:cNvPr>
            <p:cNvCxnSpPr>
              <a:cxnSpLocks/>
            </p:cNvCxnSpPr>
            <p:nvPr/>
          </p:nvCxnSpPr>
          <p:spPr>
            <a:xfrm>
              <a:off x="2606038" y="5010912"/>
              <a:ext cx="640080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E55470BB-6E22-51CF-2CC6-BE0F0B27E7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06040" y="4379976"/>
              <a:ext cx="0" cy="64008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20AC3036-A744-3CE2-AAB6-F88FB4132E86}"/>
                    </a:ext>
                  </a:extLst>
                </p:cNvPr>
                <p:cNvSpPr txBox="1"/>
                <p:nvPr/>
              </p:nvSpPr>
              <p:spPr>
                <a:xfrm>
                  <a:off x="3026664" y="4590288"/>
                  <a:ext cx="28346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𝜉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20AC3036-A744-3CE2-AAB6-F88FB4132E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6664" y="4590288"/>
                  <a:ext cx="28346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6522" r="-10870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ABDE8D79-431A-F4AB-2132-186CFD3A1FF6}"/>
                    </a:ext>
                  </a:extLst>
                </p:cNvPr>
                <p:cNvSpPr txBox="1"/>
                <p:nvPr/>
              </p:nvSpPr>
              <p:spPr>
                <a:xfrm>
                  <a:off x="2340863" y="4100021"/>
                  <a:ext cx="28346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𝜂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ABDE8D79-431A-F4AB-2132-186CFD3A1F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0863" y="4100021"/>
                  <a:ext cx="283463" cy="369332"/>
                </a:xfrm>
                <a:prstGeom prst="rect">
                  <a:avLst/>
                </a:prstGeom>
                <a:blipFill>
                  <a:blip r:embed="rId11"/>
                  <a:stretch>
                    <a:fillRect r="-4255" b="-491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0" name="Oval 69">
            <a:extLst>
              <a:ext uri="{FF2B5EF4-FFF2-40B4-BE49-F238E27FC236}">
                <a16:creationId xmlns:a16="http://schemas.microsoft.com/office/drawing/2014/main" id="{348F0306-021B-9ED9-C3F0-F627C2F459CC}"/>
              </a:ext>
            </a:extLst>
          </p:cNvPr>
          <p:cNvSpPr>
            <a:spLocks noChangeAspect="1"/>
          </p:cNvSpPr>
          <p:nvPr/>
        </p:nvSpPr>
        <p:spPr>
          <a:xfrm>
            <a:off x="4584008" y="5897326"/>
            <a:ext cx="365760" cy="36576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732469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40259F-4A33-6EB0-9940-323484A2A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 descr="A grid with a spider web&#10;&#10;AI-generated content may be incorrect.">
            <a:extLst>
              <a:ext uri="{FF2B5EF4-FFF2-40B4-BE49-F238E27FC236}">
                <a16:creationId xmlns:a16="http://schemas.microsoft.com/office/drawing/2014/main" id="{4AFB203E-A2DA-BC2B-873B-E4A102B48C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7881" y="0"/>
            <a:ext cx="7996237" cy="656450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C51489A-348F-2DC5-2708-8820B005B50D}"/>
              </a:ext>
            </a:extLst>
          </p:cNvPr>
          <p:cNvSpPr/>
          <p:nvPr/>
        </p:nvSpPr>
        <p:spPr>
          <a:xfrm>
            <a:off x="5422392" y="2523744"/>
            <a:ext cx="673608" cy="7223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F8453B-0CC3-C29E-5D67-84CF1E2643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738813" y="1180139"/>
            <a:ext cx="1966912" cy="1918583"/>
          </a:xfrm>
          <a:prstGeom prst="rect">
            <a:avLst/>
          </a:prstGeom>
          <a:ln w="19050">
            <a:solidFill>
              <a:srgbClr val="FF0000"/>
            </a:solidFill>
          </a:ln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D70A883-176A-9297-77DB-7ECDFFF66E52}"/>
              </a:ext>
            </a:extLst>
          </p:cNvPr>
          <p:cNvCxnSpPr/>
          <p:nvPr/>
        </p:nvCxnSpPr>
        <p:spPr>
          <a:xfrm flipH="1">
            <a:off x="6096000" y="3098722"/>
            <a:ext cx="1609725" cy="14739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536469A-4C07-EB60-6EE6-DFD87868FCF9}"/>
              </a:ext>
            </a:extLst>
          </p:cNvPr>
          <p:cNvCxnSpPr>
            <a:cxnSpLocks/>
          </p:cNvCxnSpPr>
          <p:nvPr/>
        </p:nvCxnSpPr>
        <p:spPr>
          <a:xfrm flipH="1">
            <a:off x="5422392" y="1180139"/>
            <a:ext cx="316421" cy="134360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1095A95-AF61-4E79-4EFD-63BFCB4F2D5A}"/>
              </a:ext>
            </a:extLst>
          </p:cNvPr>
          <p:cNvSpPr txBox="1"/>
          <p:nvPr/>
        </p:nvSpPr>
        <p:spPr>
          <a:xfrm>
            <a:off x="6646069" y="2151145"/>
            <a:ext cx="37147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CQ8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58499B-6A25-F6F2-9220-A6050987948D}"/>
              </a:ext>
            </a:extLst>
          </p:cNvPr>
          <p:cNvSpPr txBox="1"/>
          <p:nvPr/>
        </p:nvSpPr>
        <p:spPr>
          <a:xfrm>
            <a:off x="6831807" y="2039402"/>
            <a:ext cx="37147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CQ7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83DD82-4EBA-C124-90CD-5563F6495854}"/>
              </a:ext>
            </a:extLst>
          </p:cNvPr>
          <p:cNvSpPr txBox="1"/>
          <p:nvPr/>
        </p:nvSpPr>
        <p:spPr>
          <a:xfrm>
            <a:off x="7173516" y="1827631"/>
            <a:ext cx="37147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CQ4</a:t>
            </a:r>
          </a:p>
        </p:txBody>
      </p:sp>
    </p:spTree>
    <p:extLst>
      <p:ext uri="{BB962C8B-B14F-4D97-AF65-F5344CB8AC3E}">
        <p14:creationId xmlns:p14="http://schemas.microsoft.com/office/powerpoint/2010/main" val="3494643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50786-8C2A-304F-4CB3-C3DA4E187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0FEA81-9BCD-FCBC-8F51-1840438AC2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FF8F63-0F7F-53AE-E13A-360734FD1F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8075" y="85725"/>
            <a:ext cx="4895850" cy="6686550"/>
          </a:xfrm>
          <a:prstGeom prst="rect">
            <a:avLst/>
          </a:prstGeom>
          <a:ln>
            <a:solidFill>
              <a:srgbClr val="FF0000"/>
            </a:solidFill>
          </a:ln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4CA7227-F7D7-BFDC-21A7-5949802BC24E}"/>
              </a:ext>
            </a:extLst>
          </p:cNvPr>
          <p:cNvCxnSpPr/>
          <p:nvPr/>
        </p:nvCxnSpPr>
        <p:spPr>
          <a:xfrm>
            <a:off x="6391275" y="4533900"/>
            <a:ext cx="0" cy="141922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03CE871-2DE2-2C8D-F802-B813D7E95CCC}"/>
              </a:ext>
            </a:extLst>
          </p:cNvPr>
          <p:cNvCxnSpPr>
            <a:cxnSpLocks/>
          </p:cNvCxnSpPr>
          <p:nvPr/>
        </p:nvCxnSpPr>
        <p:spPr>
          <a:xfrm flipH="1">
            <a:off x="3971925" y="4791075"/>
            <a:ext cx="241935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B78B3B0-A628-B587-5533-C45395A3F741}"/>
              </a:ext>
            </a:extLst>
          </p:cNvPr>
          <p:cNvCxnSpPr>
            <a:cxnSpLocks/>
          </p:cNvCxnSpPr>
          <p:nvPr/>
        </p:nvCxnSpPr>
        <p:spPr>
          <a:xfrm flipV="1">
            <a:off x="6391275" y="3676650"/>
            <a:ext cx="0" cy="857250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E600B60-6068-D4C4-5EE7-DC4D16FEBF89}"/>
              </a:ext>
            </a:extLst>
          </p:cNvPr>
          <p:cNvCxnSpPr/>
          <p:nvPr/>
        </p:nvCxnSpPr>
        <p:spPr>
          <a:xfrm flipH="1">
            <a:off x="3971925" y="3686175"/>
            <a:ext cx="241935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5997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DFBFD-E43C-AE98-EC64-B4D526EED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C5E764-C241-22AE-BE45-E523EF6E31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98316B-3259-C46F-0A41-9E32C1E082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825625"/>
            <a:ext cx="11201400" cy="284797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ED35952-CFF2-EAE3-EAB8-9225EAEB7E6E}"/>
              </a:ext>
            </a:extLst>
          </p:cNvPr>
          <p:cNvSpPr/>
          <p:nvPr/>
        </p:nvSpPr>
        <p:spPr>
          <a:xfrm>
            <a:off x="6647688" y="2606040"/>
            <a:ext cx="1380744" cy="448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CQ8_4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7530C57-36E9-9349-037A-D27262DF469E}"/>
              </a:ext>
            </a:extLst>
          </p:cNvPr>
          <p:cNvSpPr/>
          <p:nvPr/>
        </p:nvSpPr>
        <p:spPr>
          <a:xfrm>
            <a:off x="5943600" y="3392424"/>
            <a:ext cx="1188720" cy="667512"/>
          </a:xfrm>
          <a:custGeom>
            <a:avLst/>
            <a:gdLst>
              <a:gd name="connsiteX0" fmla="*/ 1188720 w 1188720"/>
              <a:gd name="connsiteY0" fmla="*/ 256032 h 667512"/>
              <a:gd name="connsiteX1" fmla="*/ 1179576 w 1188720"/>
              <a:gd name="connsiteY1" fmla="*/ 667512 h 667512"/>
              <a:gd name="connsiteX2" fmla="*/ 585216 w 1188720"/>
              <a:gd name="connsiteY2" fmla="*/ 630936 h 667512"/>
              <a:gd name="connsiteX3" fmla="*/ 502920 w 1188720"/>
              <a:gd name="connsiteY3" fmla="*/ 630936 h 667512"/>
              <a:gd name="connsiteX4" fmla="*/ 256032 w 1188720"/>
              <a:gd name="connsiteY4" fmla="*/ 512064 h 667512"/>
              <a:gd name="connsiteX5" fmla="*/ 64008 w 1188720"/>
              <a:gd name="connsiteY5" fmla="*/ 274320 h 667512"/>
              <a:gd name="connsiteX6" fmla="*/ 36576 w 1188720"/>
              <a:gd name="connsiteY6" fmla="*/ 118872 h 667512"/>
              <a:gd name="connsiteX7" fmla="*/ 0 w 1188720"/>
              <a:gd name="connsiteY7" fmla="*/ 9144 h 667512"/>
              <a:gd name="connsiteX8" fmla="*/ 393192 w 1188720"/>
              <a:gd name="connsiteY8" fmla="*/ 0 h 667512"/>
              <a:gd name="connsiteX9" fmla="*/ 411480 w 1188720"/>
              <a:gd name="connsiteY9" fmla="*/ 91440 h 667512"/>
              <a:gd name="connsiteX10" fmla="*/ 530352 w 1188720"/>
              <a:gd name="connsiteY10" fmla="*/ 201168 h 667512"/>
              <a:gd name="connsiteX11" fmla="*/ 621792 w 1188720"/>
              <a:gd name="connsiteY11" fmla="*/ 237744 h 667512"/>
              <a:gd name="connsiteX12" fmla="*/ 804672 w 1188720"/>
              <a:gd name="connsiteY12" fmla="*/ 246888 h 667512"/>
              <a:gd name="connsiteX13" fmla="*/ 1188720 w 1188720"/>
              <a:gd name="connsiteY13" fmla="*/ 256032 h 6675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88720" h="667512">
                <a:moveTo>
                  <a:pt x="1188720" y="256032"/>
                </a:moveTo>
                <a:lnTo>
                  <a:pt x="1179576" y="667512"/>
                </a:lnTo>
                <a:lnTo>
                  <a:pt x="585216" y="630936"/>
                </a:lnTo>
                <a:lnTo>
                  <a:pt x="502920" y="630936"/>
                </a:lnTo>
                <a:lnTo>
                  <a:pt x="256032" y="512064"/>
                </a:lnTo>
                <a:lnTo>
                  <a:pt x="64008" y="274320"/>
                </a:lnTo>
                <a:lnTo>
                  <a:pt x="36576" y="118872"/>
                </a:lnTo>
                <a:lnTo>
                  <a:pt x="0" y="9144"/>
                </a:lnTo>
                <a:lnTo>
                  <a:pt x="393192" y="0"/>
                </a:lnTo>
                <a:lnTo>
                  <a:pt x="411480" y="91440"/>
                </a:lnTo>
                <a:lnTo>
                  <a:pt x="530352" y="201168"/>
                </a:lnTo>
                <a:lnTo>
                  <a:pt x="621792" y="237744"/>
                </a:lnTo>
                <a:lnTo>
                  <a:pt x="804672" y="246888"/>
                </a:lnTo>
                <a:lnTo>
                  <a:pt x="1188720" y="256032"/>
                </a:ln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1F6C34A-70AC-18B5-8D66-C6B38E73B28D}"/>
              </a:ext>
            </a:extLst>
          </p:cNvPr>
          <p:cNvCxnSpPr>
            <a:stCxn id="6" idx="2"/>
            <a:endCxn id="7" idx="0"/>
          </p:cNvCxnSpPr>
          <p:nvPr/>
        </p:nvCxnSpPr>
        <p:spPr>
          <a:xfrm flipH="1">
            <a:off x="7132320" y="3054096"/>
            <a:ext cx="205740" cy="5943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0714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D7C2E-97C4-602B-8A6B-93E8A2A4A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5D7DF5-8387-5528-F1DC-F913BC3629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23D3BF-3EB7-5C4F-E443-E1BC57EE42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5192" y="1027906"/>
            <a:ext cx="7924800" cy="4962525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B9833E5-AEEA-E412-95CC-432781D5652F}"/>
              </a:ext>
            </a:extLst>
          </p:cNvPr>
          <p:cNvSpPr txBox="1"/>
          <p:nvPr/>
        </p:nvSpPr>
        <p:spPr>
          <a:xfrm>
            <a:off x="7443216" y="4695339"/>
            <a:ext cx="5760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CQ6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47B219-5577-7C6A-B265-E42632D7EE34}"/>
              </a:ext>
            </a:extLst>
          </p:cNvPr>
          <p:cNvSpPr txBox="1"/>
          <p:nvPr/>
        </p:nvSpPr>
        <p:spPr>
          <a:xfrm>
            <a:off x="6825996" y="4695339"/>
            <a:ext cx="5760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CQ7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A20057-81F0-5458-47FD-FE2B9D1AE9AB}"/>
              </a:ext>
            </a:extLst>
          </p:cNvPr>
          <p:cNvSpPr txBox="1"/>
          <p:nvPr/>
        </p:nvSpPr>
        <p:spPr>
          <a:xfrm>
            <a:off x="7484364" y="4150807"/>
            <a:ext cx="576072" cy="237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CQ7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CA4128-D2E9-088E-C8B5-441DCB624486}"/>
              </a:ext>
            </a:extLst>
          </p:cNvPr>
          <p:cNvSpPr txBox="1"/>
          <p:nvPr/>
        </p:nvSpPr>
        <p:spPr>
          <a:xfrm>
            <a:off x="6825996" y="4150807"/>
            <a:ext cx="5760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CQ8</a:t>
            </a:r>
          </a:p>
        </p:txBody>
      </p:sp>
    </p:spTree>
    <p:extLst>
      <p:ext uri="{BB962C8B-B14F-4D97-AF65-F5344CB8AC3E}">
        <p14:creationId xmlns:p14="http://schemas.microsoft.com/office/powerpoint/2010/main" val="23849951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07945-9BD7-2A78-CFFC-9CF1ACDB5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C5BBF1-0AC7-E443-0C27-C26F733585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310675-AF12-A371-A32E-390524AE3E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12410" y="2448227"/>
            <a:ext cx="4272446" cy="2675414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0C3652F-575E-4824-9D83-DB33FD07E5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4282" y="2448227"/>
            <a:ext cx="4374663" cy="2675414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610F456-AE07-5A8C-CDAE-52EC5943A7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945" y="2448227"/>
            <a:ext cx="4292152" cy="2675414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B74316FF-9706-156E-402E-66CE1A53E2E6}"/>
              </a:ext>
            </a:extLst>
          </p:cNvPr>
          <p:cNvSpPr/>
          <p:nvPr/>
        </p:nvSpPr>
        <p:spPr>
          <a:xfrm>
            <a:off x="1802310" y="2747442"/>
            <a:ext cx="1380744" cy="448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CQ8_4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EC86A83-8C69-048B-1D1F-D2C250269E2E}"/>
              </a:ext>
            </a:extLst>
          </p:cNvPr>
          <p:cNvSpPr/>
          <p:nvPr/>
        </p:nvSpPr>
        <p:spPr>
          <a:xfrm>
            <a:off x="6096000" y="2718973"/>
            <a:ext cx="1380744" cy="448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CQ8_16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611FC3-462F-6829-8BC4-0B3332C60917}"/>
              </a:ext>
            </a:extLst>
          </p:cNvPr>
          <p:cNvSpPr/>
          <p:nvPr/>
        </p:nvSpPr>
        <p:spPr>
          <a:xfrm>
            <a:off x="10470663" y="2718973"/>
            <a:ext cx="1380744" cy="448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CQ8_28</a:t>
            </a:r>
          </a:p>
        </p:txBody>
      </p:sp>
    </p:spTree>
    <p:extLst>
      <p:ext uri="{BB962C8B-B14F-4D97-AF65-F5344CB8AC3E}">
        <p14:creationId xmlns:p14="http://schemas.microsoft.com/office/powerpoint/2010/main" val="24044995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373E3-BF77-3D0B-1EB0-D4C7D8B93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671BAB-8C59-6851-EF3C-9C06E88013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8D5F59-D232-9C3E-897F-E5B1F9EAFD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91245" y="2594041"/>
            <a:ext cx="4001741" cy="2490594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15E22C3-D375-B8EC-7F3D-B095E825D0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0496" y="2594041"/>
            <a:ext cx="3958400" cy="2486908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9346FED-E9F3-3523-4885-0029781458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8896" y="2594042"/>
            <a:ext cx="4142779" cy="2486908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75C1C0C-BAEA-26DD-1BB3-423DAF1C8DDB}"/>
              </a:ext>
            </a:extLst>
          </p:cNvPr>
          <p:cNvSpPr/>
          <p:nvPr/>
        </p:nvSpPr>
        <p:spPr>
          <a:xfrm>
            <a:off x="1089078" y="2838882"/>
            <a:ext cx="1380744" cy="448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CQ4_4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0A06DC-B606-4F06-A921-466E8816C110}"/>
              </a:ext>
            </a:extLst>
          </p:cNvPr>
          <p:cNvSpPr/>
          <p:nvPr/>
        </p:nvSpPr>
        <p:spPr>
          <a:xfrm>
            <a:off x="5382768" y="2810413"/>
            <a:ext cx="1380744" cy="448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CQ4_10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5C79CA3-89EE-340D-8D60-56C1C6941F00}"/>
              </a:ext>
            </a:extLst>
          </p:cNvPr>
          <p:cNvSpPr/>
          <p:nvPr/>
        </p:nvSpPr>
        <p:spPr>
          <a:xfrm>
            <a:off x="9757431" y="2810413"/>
            <a:ext cx="1380744" cy="448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CQ4_28</a:t>
            </a:r>
          </a:p>
        </p:txBody>
      </p:sp>
    </p:spTree>
    <p:extLst>
      <p:ext uri="{BB962C8B-B14F-4D97-AF65-F5344CB8AC3E}">
        <p14:creationId xmlns:p14="http://schemas.microsoft.com/office/powerpoint/2010/main" val="32584276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2426</TotalTime>
  <Words>117</Words>
  <Application>Microsoft Office PowerPoint</Application>
  <PresentationFormat>Widescreen</PresentationFormat>
  <Paragraphs>75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Chad Mirkovich</dc:creator>
  <cp:lastModifiedBy>Chad Mirkovich</cp:lastModifiedBy>
  <cp:revision>7</cp:revision>
  <dcterms:created xsi:type="dcterms:W3CDTF">2025-11-09T20:43:25Z</dcterms:created>
  <dcterms:modified xsi:type="dcterms:W3CDTF">2025-11-25T05:52:16Z</dcterms:modified>
</cp:coreProperties>
</file>