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578859-4959-4674-92F3-4AB2A6733892}">
          <p14:sldIdLst>
            <p14:sldId id="256"/>
          </p14:sldIdLst>
        </p14:section>
        <p14:section name="Untitled Section" id="{7978905E-32E9-4F54-A62B-F52B3A325B52}">
          <p14:sldIdLst>
            <p14:sldId id="257"/>
            <p14:sldId id="258"/>
            <p14:sldId id="259"/>
          </p14:sldIdLst>
        </p14:section>
        <p14:section name="Untitled Section" id="{EC0180D3-008C-4847-9FF6-0EC2D2E4D2C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7B91-B20A-1BB5-CF22-7877E731A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E16D3-70DC-19C6-034A-A631633C5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4E9D-3FAA-E097-C67C-B48BC6F8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63774-7DE5-E9C0-A90A-FEDE92F4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73524-C1EC-2378-6DB4-59BC402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9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BD03-B8D0-FF3F-8A96-4EAC6435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E031-96EB-A1E0-7DAE-D89ADC784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B9AC0-4313-BA0C-6766-F6070D48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1713F-30B6-1B29-3C87-82DAB40E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E3A2-8418-1A8A-D7AE-C5CDE70A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5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32D5-38AC-84C9-0C9B-ECA9EC5D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C93C7-0FAE-6388-5E0E-CE02644B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8055-F06D-594B-68B8-2A8AD7E7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1DF73-4816-B439-33BE-58230491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66C06-5276-99CA-140B-15D2D191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6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36C8-C10F-9143-D08C-943426AE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2DF4-BEFE-0A6A-966A-CB12E7CFA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38E99-C8C6-39F1-A812-9A24E6D40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64075-C2A0-3D47-B8F0-74821F49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31AF7-0D48-6603-8717-A9373523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4644F-E37B-B125-C92B-9EBADF97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1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0D41-6AA7-D3D3-38E3-B943CF4C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DB151-A173-21BC-D8C4-46E17B327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8C7B4-FBEF-8A05-4B41-162EB268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2680-FE32-9E7A-25E0-DCD767F68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EC17-EEE3-EEF5-3777-0AF81E19F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4BA85-F974-3D4A-A276-F9ED4DBA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F61B4-C09F-1AE4-7941-94FD02FB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0181F-88FF-92F3-99F4-FC2B4036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2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3A7A-F127-1EA3-930E-078AC0A0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E3387-B131-F918-6EF7-2D9D940F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2BBB0-C769-8581-9C09-0CB12E12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55A08-1355-1E19-D12B-7C336D1A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D45CE-DEAC-6934-8034-A9FDC121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E2435-EFF0-FFA6-A41C-93054AB2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4CF8E-6FED-6A09-134E-C559CD29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4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8A31-2B81-ED70-5335-6B640CE7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A9243-5CAE-D66D-6E69-FC5390BB5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F432A-C903-F9C2-0E09-21DFD2C76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07D50-C228-E870-F110-4BBD12F1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C7EDC-7604-32A2-D712-C46DAE41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A0193-9E08-3F7B-1D54-7BCB9820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9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6A7D-1A79-F948-26B0-E22DA8F4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3241B-5FEC-8A7C-D5A3-65779A297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5658-B1FA-D5B9-23D4-CAB8364E6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1D3F0-54EF-8C35-B848-1EE45D63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385A3-5AA7-5FA7-0E8A-CCDE9C48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26859-B45E-DD5E-69C7-6EA9ED51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0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F29BD-2654-C03F-972B-A7A82FFE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9B05B-A68A-3F61-B026-30F2138D8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3850D-E464-D6A9-3456-00C0F220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6EBFA-769D-5303-B4C7-4F02BFE9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17664-03D4-C73D-B8C2-C1C6F3B8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00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4A709-5066-C68A-1D50-C3382ADAE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965A9-C60D-C733-B0F2-519B0EC68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9DA29-1326-5AFB-3217-D397B311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471AE-D624-1CCF-4ABF-0BB36AE8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C43D8-891E-D044-64C3-B3BAC68B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8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D64B2-B3D2-0110-4864-A5C87190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4AEF2-8DAD-5EF6-3805-F506D097A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978C-3B4F-A88D-BD53-E562DE266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EAAD9-F181-47EB-B47E-CD6AC997518F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EDAA7-F5C8-D385-8120-8F747769C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21C59-926B-0289-64A6-7B2819C67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D58D0-B4D3-42BA-B018-C9D235891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1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C22CCC0-D282-4A90-B870-9214F2CACCFA}"/>
              </a:ext>
            </a:extLst>
          </p:cNvPr>
          <p:cNvGrpSpPr>
            <a:grpSpLocks noChangeAspect="1"/>
          </p:cNvGrpSpPr>
          <p:nvPr/>
        </p:nvGrpSpPr>
        <p:grpSpPr>
          <a:xfrm>
            <a:off x="1343111" y="2465812"/>
            <a:ext cx="2114465" cy="1830540"/>
            <a:chOff x="1151426" y="4747491"/>
            <a:chExt cx="1359305" cy="1176781"/>
          </a:xfrm>
        </p:grpSpPr>
        <p:pic>
          <p:nvPicPr>
            <p:cNvPr id="11" name="Picture 10" descr="A blue rectangles with white text&#10;&#10;AI-generated content may be incorrect.">
              <a:extLst>
                <a:ext uri="{FF2B5EF4-FFF2-40B4-BE49-F238E27FC236}">
                  <a16:creationId xmlns:a16="http://schemas.microsoft.com/office/drawing/2014/main" id="{15C6B691-E4DC-885B-3625-982360C56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1054" r="77130"/>
            <a:stretch>
              <a:fillRect/>
            </a:stretch>
          </p:blipFill>
          <p:spPr>
            <a:xfrm>
              <a:off x="1151426" y="4770555"/>
              <a:ext cx="1359305" cy="115371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0E66D5-07D4-DDA3-40DC-40A438971F4A}"/>
                </a:ext>
              </a:extLst>
            </p:cNvPr>
            <p:cNvSpPr/>
            <p:nvPr/>
          </p:nvSpPr>
          <p:spPr>
            <a:xfrm>
              <a:off x="1459345" y="4747491"/>
              <a:ext cx="1051386" cy="9097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89BF388-22A1-0FB0-DB5D-5D4364D1B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480" y="589415"/>
            <a:ext cx="8134350" cy="309562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D9F3668-51AB-3A08-16AA-0F3A5C02088F}"/>
              </a:ext>
            </a:extLst>
          </p:cNvPr>
          <p:cNvSpPr>
            <a:spLocks noChangeAspect="1"/>
          </p:cNvSpPr>
          <p:nvPr/>
        </p:nvSpPr>
        <p:spPr>
          <a:xfrm>
            <a:off x="1838324" y="3505200"/>
            <a:ext cx="365760" cy="361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E7F1AC-38BB-3ADD-CD99-7F9EF76985A6}"/>
              </a:ext>
            </a:extLst>
          </p:cNvPr>
          <p:cNvSpPr>
            <a:spLocks noChangeAspect="1"/>
          </p:cNvSpPr>
          <p:nvPr/>
        </p:nvSpPr>
        <p:spPr>
          <a:xfrm>
            <a:off x="4318288" y="3505200"/>
            <a:ext cx="365760" cy="361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14BF49-FACB-877F-090F-9776BC641DD1}"/>
              </a:ext>
            </a:extLst>
          </p:cNvPr>
          <p:cNvSpPr>
            <a:spLocks noChangeAspect="1"/>
          </p:cNvSpPr>
          <p:nvPr/>
        </p:nvSpPr>
        <p:spPr>
          <a:xfrm>
            <a:off x="4867852" y="1200727"/>
            <a:ext cx="365760" cy="361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80EE0F-F77D-EA3C-AC6B-563C90E7A7B8}"/>
              </a:ext>
            </a:extLst>
          </p:cNvPr>
          <p:cNvSpPr>
            <a:spLocks noChangeAspect="1"/>
          </p:cNvSpPr>
          <p:nvPr/>
        </p:nvSpPr>
        <p:spPr>
          <a:xfrm>
            <a:off x="2327851" y="1200727"/>
            <a:ext cx="365760" cy="361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3410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B8848B-9FB0-B906-5A97-760E36FD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12"/>
          <a:stretch>
            <a:fillRect/>
          </a:stretch>
        </p:blipFill>
        <p:spPr>
          <a:xfrm>
            <a:off x="1933575" y="359327"/>
            <a:ext cx="10125076" cy="5100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1CFA5-DCC7-47B9-DDCD-33A9B6913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53"/>
          <a:stretch>
            <a:fillRect/>
          </a:stretch>
        </p:blipFill>
        <p:spPr>
          <a:xfrm>
            <a:off x="809176" y="2771774"/>
            <a:ext cx="1391548" cy="217432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4055AF-FFA2-E1C6-39B8-746793D3196F}"/>
              </a:ext>
            </a:extLst>
          </p:cNvPr>
          <p:cNvSpPr/>
          <p:nvPr/>
        </p:nvSpPr>
        <p:spPr>
          <a:xfrm rot="1330182">
            <a:off x="2976576" y="895950"/>
            <a:ext cx="1290164" cy="6010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83D836-231C-5CDA-3E5D-9D0528AD78ED}"/>
              </a:ext>
            </a:extLst>
          </p:cNvPr>
          <p:cNvCxnSpPr/>
          <p:nvPr/>
        </p:nvCxnSpPr>
        <p:spPr>
          <a:xfrm flipH="1">
            <a:off x="2200724" y="1517904"/>
            <a:ext cx="1273996" cy="12538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2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5390CB-B302-27AE-57E5-8FD326EC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53"/>
          <a:stretch>
            <a:fillRect/>
          </a:stretch>
        </p:blipFill>
        <p:spPr>
          <a:xfrm>
            <a:off x="3483795" y="694181"/>
            <a:ext cx="3174179" cy="49597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AC1DC6-5F32-E94E-BD52-8C3724A8F5A9}"/>
              </a:ext>
            </a:extLst>
          </p:cNvPr>
          <p:cNvSpPr/>
          <p:nvPr/>
        </p:nvSpPr>
        <p:spPr>
          <a:xfrm>
            <a:off x="5230368" y="2468880"/>
            <a:ext cx="603504" cy="960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DFA94E-5A69-C4E0-F443-61036F2B8CB1}"/>
              </a:ext>
            </a:extLst>
          </p:cNvPr>
          <p:cNvSpPr/>
          <p:nvPr/>
        </p:nvSpPr>
        <p:spPr>
          <a:xfrm>
            <a:off x="5230368" y="2825454"/>
            <a:ext cx="310896" cy="54906"/>
          </a:xfrm>
          <a:custGeom>
            <a:avLst/>
            <a:gdLst>
              <a:gd name="connsiteX0" fmla="*/ 0 w 310896"/>
              <a:gd name="connsiteY0" fmla="*/ 54906 h 54906"/>
              <a:gd name="connsiteX1" fmla="*/ 82296 w 310896"/>
              <a:gd name="connsiteY1" fmla="*/ 42 h 54906"/>
              <a:gd name="connsiteX2" fmla="*/ 219456 w 310896"/>
              <a:gd name="connsiteY2" fmla="*/ 45762 h 54906"/>
              <a:gd name="connsiteX3" fmla="*/ 310896 w 310896"/>
              <a:gd name="connsiteY3" fmla="*/ 45762 h 54906"/>
              <a:gd name="connsiteX4" fmla="*/ 246888 w 310896"/>
              <a:gd name="connsiteY4" fmla="*/ 45762 h 54906"/>
              <a:gd name="connsiteX5" fmla="*/ 283464 w 310896"/>
              <a:gd name="connsiteY5" fmla="*/ 45762 h 5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896" h="54906">
                <a:moveTo>
                  <a:pt x="0" y="54906"/>
                </a:moveTo>
                <a:cubicBezTo>
                  <a:pt x="22860" y="28236"/>
                  <a:pt x="45720" y="1566"/>
                  <a:pt x="82296" y="42"/>
                </a:cubicBezTo>
                <a:cubicBezTo>
                  <a:pt x="118872" y="-1482"/>
                  <a:pt x="181356" y="38142"/>
                  <a:pt x="219456" y="45762"/>
                </a:cubicBezTo>
                <a:cubicBezTo>
                  <a:pt x="257556" y="53382"/>
                  <a:pt x="310896" y="45762"/>
                  <a:pt x="310896" y="45762"/>
                </a:cubicBezTo>
                <a:lnTo>
                  <a:pt x="246888" y="45762"/>
                </a:lnTo>
                <a:lnTo>
                  <a:pt x="283464" y="45762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C9204C-5485-8CA7-0B8D-E7B710220FE7}"/>
              </a:ext>
            </a:extLst>
          </p:cNvPr>
          <p:cNvCxnSpPr/>
          <p:nvPr/>
        </p:nvCxnSpPr>
        <p:spPr>
          <a:xfrm flipV="1">
            <a:off x="5230368" y="1975104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531B67-71C6-669F-8805-B7F7B48FABC1}"/>
              </a:ext>
            </a:extLst>
          </p:cNvPr>
          <p:cNvCxnSpPr/>
          <p:nvPr/>
        </p:nvCxnSpPr>
        <p:spPr>
          <a:xfrm flipV="1">
            <a:off x="5431536" y="1975104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DC8E88-E656-5F36-D638-D19152C393A3}"/>
              </a:ext>
            </a:extLst>
          </p:cNvPr>
          <p:cNvCxnSpPr/>
          <p:nvPr/>
        </p:nvCxnSpPr>
        <p:spPr>
          <a:xfrm flipV="1">
            <a:off x="5632704" y="1975104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F623D9-9EF1-A273-C3C1-3489F9B292F0}"/>
              </a:ext>
            </a:extLst>
          </p:cNvPr>
          <p:cNvCxnSpPr/>
          <p:nvPr/>
        </p:nvCxnSpPr>
        <p:spPr>
          <a:xfrm flipV="1">
            <a:off x="5833872" y="1975104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E6FB31-B4CE-A2A8-48DF-D5A1A7399B7D}"/>
              </a:ext>
            </a:extLst>
          </p:cNvPr>
          <p:cNvCxnSpPr/>
          <p:nvPr/>
        </p:nvCxnSpPr>
        <p:spPr>
          <a:xfrm flipV="1">
            <a:off x="5218176" y="3429000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92431A-8E33-EFB6-B257-487CF95BDB22}"/>
              </a:ext>
            </a:extLst>
          </p:cNvPr>
          <p:cNvCxnSpPr/>
          <p:nvPr/>
        </p:nvCxnSpPr>
        <p:spPr>
          <a:xfrm flipV="1">
            <a:off x="5419344" y="3429000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ACB6E6-37AC-6FE4-76B5-7B7801480F90}"/>
              </a:ext>
            </a:extLst>
          </p:cNvPr>
          <p:cNvCxnSpPr/>
          <p:nvPr/>
        </p:nvCxnSpPr>
        <p:spPr>
          <a:xfrm flipV="1">
            <a:off x="5620512" y="3429000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AB1484-4319-9A18-CFAD-CB5FDD76ADE7}"/>
              </a:ext>
            </a:extLst>
          </p:cNvPr>
          <p:cNvCxnSpPr/>
          <p:nvPr/>
        </p:nvCxnSpPr>
        <p:spPr>
          <a:xfrm flipV="1">
            <a:off x="5821680" y="3429000"/>
            <a:ext cx="0" cy="49377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356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E9AAB-0156-630F-DF6B-A819D1968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1247775"/>
            <a:ext cx="8791575" cy="4362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607261-E12F-D42C-6F68-9D731CE6986B}"/>
              </a:ext>
            </a:extLst>
          </p:cNvPr>
          <p:cNvSpPr/>
          <p:nvPr/>
        </p:nvSpPr>
        <p:spPr>
          <a:xfrm>
            <a:off x="7515225" y="1428750"/>
            <a:ext cx="1994536" cy="2000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 Conservative</a:t>
            </a:r>
          </a:p>
          <a:p>
            <a:pPr algn="ctr"/>
            <a:r>
              <a:rPr lang="en-US" dirty="0"/>
              <a:t>H = 2*2.25 = 4.5</a:t>
            </a:r>
          </a:p>
          <a:p>
            <a:pPr algn="ctr"/>
            <a:r>
              <a:rPr lang="en-US" dirty="0"/>
              <a:t>d = 1.456</a:t>
            </a:r>
          </a:p>
          <a:p>
            <a:pPr algn="ctr"/>
            <a:r>
              <a:rPr lang="en-US" dirty="0"/>
              <a:t>R = 0.25</a:t>
            </a:r>
          </a:p>
          <a:p>
            <a:pPr algn="ctr"/>
            <a:r>
              <a:rPr lang="en-US" dirty="0"/>
              <a:t>H/d = 3.09</a:t>
            </a:r>
          </a:p>
          <a:p>
            <a:pPr algn="ctr"/>
            <a:r>
              <a:rPr lang="en-US" dirty="0"/>
              <a:t>r/d = 0.17</a:t>
            </a:r>
          </a:p>
          <a:p>
            <a:pPr algn="ctr"/>
            <a:r>
              <a:rPr lang="en-US" dirty="0"/>
              <a:t>Kt ~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20F9E-0C63-589D-9694-A2886E7B7AE9}"/>
              </a:ext>
            </a:extLst>
          </p:cNvPr>
          <p:cNvSpPr/>
          <p:nvPr/>
        </p:nvSpPr>
        <p:spPr>
          <a:xfrm>
            <a:off x="9606152" y="1428750"/>
            <a:ext cx="2143887" cy="2000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 Conservative</a:t>
            </a:r>
          </a:p>
          <a:p>
            <a:pPr algn="ctr"/>
            <a:r>
              <a:rPr lang="en-US" dirty="0"/>
              <a:t>H = 2*1.353 = 2.706</a:t>
            </a:r>
          </a:p>
          <a:p>
            <a:pPr algn="ctr"/>
            <a:r>
              <a:rPr lang="en-US" dirty="0"/>
              <a:t>d = 1.456</a:t>
            </a:r>
          </a:p>
          <a:p>
            <a:pPr algn="ctr"/>
            <a:r>
              <a:rPr lang="en-US" dirty="0"/>
              <a:t>R = 0.25</a:t>
            </a:r>
          </a:p>
          <a:p>
            <a:pPr algn="ctr"/>
            <a:r>
              <a:rPr lang="en-US" dirty="0"/>
              <a:t>H/d = 1.85</a:t>
            </a:r>
          </a:p>
          <a:p>
            <a:pPr algn="ctr"/>
            <a:r>
              <a:rPr lang="en-US" dirty="0"/>
              <a:t>r/d = 0.17</a:t>
            </a:r>
          </a:p>
          <a:p>
            <a:pPr algn="ctr"/>
            <a:r>
              <a:rPr lang="en-US" dirty="0"/>
              <a:t>Kt ~ 2.5</a:t>
            </a:r>
          </a:p>
        </p:txBody>
      </p:sp>
    </p:spTree>
    <p:extLst>
      <p:ext uri="{BB962C8B-B14F-4D97-AF65-F5344CB8AC3E}">
        <p14:creationId xmlns:p14="http://schemas.microsoft.com/office/powerpoint/2010/main" val="326792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C24CC-EA55-ACEC-EEDB-B4E969FED59F}"/>
              </a:ext>
            </a:extLst>
          </p:cNvPr>
          <p:cNvSpPr>
            <a:spLocks noChangeAspect="1"/>
          </p:cNvSpPr>
          <p:nvPr/>
        </p:nvSpPr>
        <p:spPr>
          <a:xfrm>
            <a:off x="1444752" y="2066544"/>
            <a:ext cx="2176272" cy="2121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ACB39B-D175-4170-2C3D-3D2C9BD2DA19}"/>
              </a:ext>
            </a:extLst>
          </p:cNvPr>
          <p:cNvSpPr>
            <a:spLocks noChangeAspect="1"/>
          </p:cNvSpPr>
          <p:nvPr/>
        </p:nvSpPr>
        <p:spPr>
          <a:xfrm>
            <a:off x="1261872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BA3A21-2E12-E810-0553-D74618845ABE}"/>
              </a:ext>
            </a:extLst>
          </p:cNvPr>
          <p:cNvSpPr>
            <a:spLocks noChangeAspect="1"/>
          </p:cNvSpPr>
          <p:nvPr/>
        </p:nvSpPr>
        <p:spPr>
          <a:xfrm>
            <a:off x="3438144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FCCDC5-A86E-B5F2-6C03-8B26ED870C51}"/>
              </a:ext>
            </a:extLst>
          </p:cNvPr>
          <p:cNvSpPr>
            <a:spLocks noChangeAspect="1"/>
          </p:cNvSpPr>
          <p:nvPr/>
        </p:nvSpPr>
        <p:spPr>
          <a:xfrm>
            <a:off x="3438144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E32147-8036-0D02-D1D8-CA15E474A838}"/>
              </a:ext>
            </a:extLst>
          </p:cNvPr>
          <p:cNvSpPr>
            <a:spLocks noChangeAspect="1"/>
          </p:cNvSpPr>
          <p:nvPr/>
        </p:nvSpPr>
        <p:spPr>
          <a:xfrm>
            <a:off x="1261872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EBB53E-EF6E-FB98-5815-42A74FEB21D0}"/>
              </a:ext>
            </a:extLst>
          </p:cNvPr>
          <p:cNvSpPr>
            <a:spLocks noChangeAspect="1"/>
          </p:cNvSpPr>
          <p:nvPr/>
        </p:nvSpPr>
        <p:spPr>
          <a:xfrm>
            <a:off x="2350008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2A6FA3-72CF-8EFF-2CA6-B49920D37F85}"/>
              </a:ext>
            </a:extLst>
          </p:cNvPr>
          <p:cNvSpPr>
            <a:spLocks noChangeAspect="1"/>
          </p:cNvSpPr>
          <p:nvPr/>
        </p:nvSpPr>
        <p:spPr>
          <a:xfrm>
            <a:off x="3438144" y="294436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FFB259-17BC-E232-FB06-92D3593C114F}"/>
              </a:ext>
            </a:extLst>
          </p:cNvPr>
          <p:cNvSpPr>
            <a:spLocks noChangeAspect="1"/>
          </p:cNvSpPr>
          <p:nvPr/>
        </p:nvSpPr>
        <p:spPr>
          <a:xfrm>
            <a:off x="2350008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08D71B-951A-014D-A91C-12B19C5A1743}"/>
              </a:ext>
            </a:extLst>
          </p:cNvPr>
          <p:cNvSpPr>
            <a:spLocks noChangeAspect="1"/>
          </p:cNvSpPr>
          <p:nvPr/>
        </p:nvSpPr>
        <p:spPr>
          <a:xfrm>
            <a:off x="1261872" y="294436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E911B1-731E-FC0F-9A0D-97235F3947A1}"/>
              </a:ext>
            </a:extLst>
          </p:cNvPr>
          <p:cNvSpPr>
            <a:spLocks noChangeAspect="1"/>
          </p:cNvSpPr>
          <p:nvPr/>
        </p:nvSpPr>
        <p:spPr>
          <a:xfrm>
            <a:off x="4931480" y="2066544"/>
            <a:ext cx="2176272" cy="2121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821093-2C7D-AA9F-3537-E86A5595E1A3}"/>
              </a:ext>
            </a:extLst>
          </p:cNvPr>
          <p:cNvSpPr>
            <a:spLocks noChangeAspect="1"/>
          </p:cNvSpPr>
          <p:nvPr/>
        </p:nvSpPr>
        <p:spPr>
          <a:xfrm>
            <a:off x="4748600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19D4B-C93F-D111-9CAC-5757717C4B3D}"/>
              </a:ext>
            </a:extLst>
          </p:cNvPr>
          <p:cNvSpPr>
            <a:spLocks noChangeAspect="1"/>
          </p:cNvSpPr>
          <p:nvPr/>
        </p:nvSpPr>
        <p:spPr>
          <a:xfrm>
            <a:off x="6924872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6B807A-1676-F5FA-4764-0242F3551957}"/>
              </a:ext>
            </a:extLst>
          </p:cNvPr>
          <p:cNvSpPr>
            <a:spLocks noChangeAspect="1"/>
          </p:cNvSpPr>
          <p:nvPr/>
        </p:nvSpPr>
        <p:spPr>
          <a:xfrm>
            <a:off x="6924872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D670BCA-0595-A3F0-13FA-1CDA1241B77A}"/>
              </a:ext>
            </a:extLst>
          </p:cNvPr>
          <p:cNvSpPr>
            <a:spLocks noChangeAspect="1"/>
          </p:cNvSpPr>
          <p:nvPr/>
        </p:nvSpPr>
        <p:spPr>
          <a:xfrm>
            <a:off x="4748600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5F7397-AD00-724D-1CD8-70FA2C28AE84}"/>
              </a:ext>
            </a:extLst>
          </p:cNvPr>
          <p:cNvSpPr>
            <a:spLocks noChangeAspect="1"/>
          </p:cNvSpPr>
          <p:nvPr/>
        </p:nvSpPr>
        <p:spPr>
          <a:xfrm>
            <a:off x="5836736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8B0ADB3-F5C2-F533-A203-19BDDCA0C819}"/>
              </a:ext>
            </a:extLst>
          </p:cNvPr>
          <p:cNvSpPr>
            <a:spLocks noChangeAspect="1"/>
          </p:cNvSpPr>
          <p:nvPr/>
        </p:nvSpPr>
        <p:spPr>
          <a:xfrm>
            <a:off x="6924872" y="294436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24DD33-D753-0773-20A1-AE4B9931DA35}"/>
              </a:ext>
            </a:extLst>
          </p:cNvPr>
          <p:cNvSpPr>
            <a:spLocks noChangeAspect="1"/>
          </p:cNvSpPr>
          <p:nvPr/>
        </p:nvSpPr>
        <p:spPr>
          <a:xfrm>
            <a:off x="5836736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8BCD8-ABDD-F35B-CA7E-62BC354653B9}"/>
              </a:ext>
            </a:extLst>
          </p:cNvPr>
          <p:cNvSpPr>
            <a:spLocks noChangeAspect="1"/>
          </p:cNvSpPr>
          <p:nvPr/>
        </p:nvSpPr>
        <p:spPr>
          <a:xfrm>
            <a:off x="8235328" y="2066544"/>
            <a:ext cx="2176272" cy="2121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66B8E5-7026-CCA5-89F7-8606AAFEC85B}"/>
              </a:ext>
            </a:extLst>
          </p:cNvPr>
          <p:cNvSpPr>
            <a:spLocks noChangeAspect="1"/>
          </p:cNvSpPr>
          <p:nvPr/>
        </p:nvSpPr>
        <p:spPr>
          <a:xfrm>
            <a:off x="8052448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2FF112-9ABC-417B-661A-47899A6A9BD7}"/>
              </a:ext>
            </a:extLst>
          </p:cNvPr>
          <p:cNvSpPr>
            <a:spLocks noChangeAspect="1"/>
          </p:cNvSpPr>
          <p:nvPr/>
        </p:nvSpPr>
        <p:spPr>
          <a:xfrm>
            <a:off x="10228720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1FA29A-28BE-A07B-8B2B-FFA53F2038D2}"/>
              </a:ext>
            </a:extLst>
          </p:cNvPr>
          <p:cNvSpPr>
            <a:spLocks noChangeAspect="1"/>
          </p:cNvSpPr>
          <p:nvPr/>
        </p:nvSpPr>
        <p:spPr>
          <a:xfrm>
            <a:off x="10228720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30F116-61B6-4543-D51A-4A94D7F7B600}"/>
              </a:ext>
            </a:extLst>
          </p:cNvPr>
          <p:cNvSpPr>
            <a:spLocks noChangeAspect="1"/>
          </p:cNvSpPr>
          <p:nvPr/>
        </p:nvSpPr>
        <p:spPr>
          <a:xfrm>
            <a:off x="8052448" y="188366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AA3D8FE-3722-EA4C-A082-138E4625CFB1}"/>
              </a:ext>
            </a:extLst>
          </p:cNvPr>
          <p:cNvSpPr>
            <a:spLocks noChangeAspect="1"/>
          </p:cNvSpPr>
          <p:nvPr/>
        </p:nvSpPr>
        <p:spPr>
          <a:xfrm>
            <a:off x="9140584" y="400451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F4A067-4F85-7EBC-85F9-55BB5C62AEDD}"/>
              </a:ext>
            </a:extLst>
          </p:cNvPr>
          <p:cNvSpPr>
            <a:spLocks noChangeAspect="1"/>
          </p:cNvSpPr>
          <p:nvPr/>
        </p:nvSpPr>
        <p:spPr>
          <a:xfrm>
            <a:off x="10228720" y="2944368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324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80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Mirkovich</dc:creator>
  <cp:lastModifiedBy>Chad Mirkovich</cp:lastModifiedBy>
  <cp:revision>4</cp:revision>
  <dcterms:created xsi:type="dcterms:W3CDTF">2025-11-09T20:43:25Z</dcterms:created>
  <dcterms:modified xsi:type="dcterms:W3CDTF">2025-11-24T01:37:49Z</dcterms:modified>
</cp:coreProperties>
</file>