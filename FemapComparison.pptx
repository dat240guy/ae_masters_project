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F68BA-D85E-4A3E-0D09-046BB30A6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EFFAD-CBC8-8250-A779-B0B0F7E9F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7D6D3-3F5E-BA46-00FB-6E7A92943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5755-4925-4ECA-9B92-DE3C22B031D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0BCB6-55C5-E38F-EBC2-D3B06A328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F28E7-FA2C-F10E-5B13-83EF0BE93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10B3D-AC3C-4933-98BC-BCAA9A89A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7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1DC96-C664-5061-B1E0-E97EB2990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172BF-C8CC-C21D-0DCA-C986D6431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D34F6-CFD6-956C-439E-EC8DE1DD8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5755-4925-4ECA-9B92-DE3C22B031D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FF68E-842C-C292-C86F-C91A8C60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CA12D-98F5-E67A-E2B9-19A30DE23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10B3D-AC3C-4933-98BC-BCAA9A89A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54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F4C64-A76B-5D58-C22D-B2D425F0E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0BAD4-7EF4-26EE-6714-3147A763A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65492-64E0-DABA-9832-8F305D68B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5755-4925-4ECA-9B92-DE3C22B031D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8161B-DDB8-70BF-6723-63FC0683F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C16B8-B7CB-6E31-8AE8-BB4D14027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10B3D-AC3C-4933-98BC-BCAA9A89A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49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4593-0F69-FBB4-9C6E-6BF6D8457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7C70C-D782-9C4A-AEC0-0EDE4B5DDF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EEFA7-A91B-0629-452E-AAA52575D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298EB-FE6A-85A0-4C4C-F7796B376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5755-4925-4ECA-9B92-DE3C22B031D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C535D-F319-1A82-8834-62FF8C3B7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36632-DDC8-57C4-CFCC-6F07EC6C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10B3D-AC3C-4933-98BC-BCAA9A89A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4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9DDA-390F-EB0A-EB08-09154F5A2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E1965-5EA9-A1CC-535C-70D404D14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E571A-0285-32EA-C3A4-B9ED64C6B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D0B55D-74B6-6584-7A6A-26A227F51C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45C34-2CE4-4CE9-29A2-3DDF7BB350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21415-12B3-C61E-BC61-0C656F00D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5755-4925-4ECA-9B92-DE3C22B031D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F09F10-B23B-7E8D-149A-57B22BC74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781D19-82DB-6D80-B976-497762554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10B3D-AC3C-4933-98BC-BCAA9A89A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92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97AAE-00D5-4D5C-E6A5-E5FFD70D5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044BD0-07B4-5F35-8C34-5EFFF746E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5755-4925-4ECA-9B92-DE3C22B031D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0FF12-1AEE-9B37-7D49-8682F0D0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DE3BA3-25F3-549E-55FD-6ECF57B6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10B3D-AC3C-4933-98BC-BCAA9A89A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38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EE4440-EC6F-C4D5-B5A3-6FB5AD673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5755-4925-4ECA-9B92-DE3C22B031D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B29B88-C6F1-F8EF-A166-7E7CAE435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63031-2CBC-9FEF-5199-7771D6481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10B3D-AC3C-4933-98BC-BCAA9A89A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836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D4301-9D60-0DCC-5D6B-53BA9B750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95015-5C67-BBED-718D-135B4C4D0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E61A8-45E8-E3F4-3C68-257DE34C8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7B2CE-A0AE-915E-5E36-E06A162E8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5755-4925-4ECA-9B92-DE3C22B031D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BAA59-B2E4-D084-1D5B-E3B1B838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37B56-A02F-80B6-1998-53A3BC8CC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10B3D-AC3C-4933-98BC-BCAA9A89A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3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5FED5-FF05-EA00-F125-B798C0892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9A64B6-DF5C-DD8B-5D16-9F53A5D7A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5DA7C-B2FC-29BC-8551-FEC7DA970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8A871-1BFC-595A-0C00-ABBA9424B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5755-4925-4ECA-9B92-DE3C22B031D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95AFA-3EF5-DED2-C368-6C4B02ACE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6C2C2-5BFF-2351-EDB3-C0EA57813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10B3D-AC3C-4933-98BC-BCAA9A89A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80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788E6-7C25-506A-50A1-1F28C154D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EEE91-6854-2705-94F7-2D8C53030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6C2DC-546F-CC96-7B6B-B364452DC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5755-4925-4ECA-9B92-DE3C22B031D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88B1A-3388-825F-2370-5C5B5DED6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F5EE0-782A-A55A-B403-B23A97600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10B3D-AC3C-4933-98BC-BCAA9A89A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57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B6B865-989F-8BE3-159D-FE53547B6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403356-C17F-9395-172B-3B356A5EB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99AE2-7546-E2F4-5074-4B279F516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5755-4925-4ECA-9B92-DE3C22B031D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2AE56-BA11-19BE-A1EC-2F061C814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3D3E0-F3A4-F819-C547-84C15B14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10B3D-AC3C-4933-98BC-BCAA9A89A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3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244704-E130-79DB-F87D-A4BEFE883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767A6-11A5-0C78-48D9-D7EB45863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D0463-05DC-AB65-F9F2-DA956B0CE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75755-4925-4ECA-9B92-DE3C22B031D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D2395-97D1-B0D7-3DF2-81D9EF76EB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7479C-AC44-8DAD-1F92-344A1A331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E10B3D-AC3C-4933-98BC-BCAA9A89A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37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99877-E47D-486C-8201-6E23A59F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61A9D-8238-02DC-C921-4DA8F9BA4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68D790-60A8-C2C0-4F8B-05C0E8554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37537" cy="6191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C672F8-9E7D-B618-F94D-F9D8249A21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11" t="2462" r="2886" b="5385"/>
          <a:stretch>
            <a:fillRect/>
          </a:stretch>
        </p:blipFill>
        <p:spPr>
          <a:xfrm>
            <a:off x="6096000" y="365125"/>
            <a:ext cx="6067425" cy="57054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5F2A486-B5CC-1D07-E1D7-354E842E07C3}"/>
              </a:ext>
            </a:extLst>
          </p:cNvPr>
          <p:cNvSpPr/>
          <p:nvPr/>
        </p:nvSpPr>
        <p:spPr>
          <a:xfrm>
            <a:off x="8134350" y="6070600"/>
            <a:ext cx="2886075" cy="522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More y displacement at bottom than top</a:t>
            </a:r>
          </a:p>
        </p:txBody>
      </p:sp>
    </p:spTree>
    <p:extLst>
      <p:ext uri="{BB962C8B-B14F-4D97-AF65-F5344CB8AC3E}">
        <p14:creationId xmlns:p14="http://schemas.microsoft.com/office/powerpoint/2010/main" val="3712417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5CAB8B-4BA9-FA26-DB92-1BF6C79CF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69511" cy="5669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DBF8A5-96BA-7C58-F825-5F544D07E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593" y="796480"/>
            <a:ext cx="5572125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978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AB9921-8977-1D41-1A6D-C0E066A58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169511" cy="5669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DA7F5A-B25B-BAAF-108F-4997E7CF5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441" y="724281"/>
            <a:ext cx="481012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25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E9EAEC-DBF6-13CC-7FD6-F01E59D9D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675"/>
            <a:ext cx="6445232" cy="59226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941590-E137-95D9-7810-86B38A9F3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557" y="1051559"/>
            <a:ext cx="470535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993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572CDC-0EEC-0B27-5EA7-C9D999B92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50593" cy="54681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533E48-5E5A-E3FD-EDBF-CF36CA757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773" y="805243"/>
            <a:ext cx="478155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707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204DA6-D51A-A56D-DF89-B34C0B3E7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94282" cy="5324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CD65B1-1855-26C9-E5CA-F08A30A3C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720" y="838200"/>
            <a:ext cx="47625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469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Chad Mirkovich</dc:creator>
  <cp:lastModifiedBy>Chad Mirkovich</cp:lastModifiedBy>
  <cp:revision>1</cp:revision>
  <dcterms:created xsi:type="dcterms:W3CDTF">2025-11-18T00:47:22Z</dcterms:created>
  <dcterms:modified xsi:type="dcterms:W3CDTF">2025-11-18T00:57:26Z</dcterms:modified>
</cp:coreProperties>
</file>